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01" autoAdjust="0"/>
    <p:restoredTop sz="94660"/>
  </p:normalViewPr>
  <p:slideViewPr>
    <p:cSldViewPr>
      <p:cViewPr varScale="1">
        <p:scale>
          <a:sx n="113" d="100"/>
          <a:sy n="113" d="100"/>
        </p:scale>
        <p:origin x="114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3F57B-A3BA-44B6-80B2-3D944732BDDF}" type="datetimeFigureOut">
              <a:rPr lang="ko-KR" altLang="en-US" smtClean="0"/>
              <a:pPr/>
              <a:t>2025-08-05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E307B-149A-4C68-A298-8596793119E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CE307B-149A-4C68-A298-8596793119EF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5F805-7CC0-4814-BA1F-5D4B15E7D198}" type="datetimeFigureOut">
              <a:rPr lang="ko-KR" altLang="en-US" smtClean="0"/>
              <a:pPr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70D14-E89D-4EB9-B2CB-8B6FEDC4D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5F805-7CC0-4814-BA1F-5D4B15E7D198}" type="datetimeFigureOut">
              <a:rPr lang="ko-KR" altLang="en-US" smtClean="0"/>
              <a:pPr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70D14-E89D-4EB9-B2CB-8B6FEDC4D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5F805-7CC0-4814-BA1F-5D4B15E7D198}" type="datetimeFigureOut">
              <a:rPr lang="ko-KR" altLang="en-US" smtClean="0"/>
              <a:pPr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70D14-E89D-4EB9-B2CB-8B6FEDC4D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5F805-7CC0-4814-BA1F-5D4B15E7D198}" type="datetimeFigureOut">
              <a:rPr lang="ko-KR" altLang="en-US" smtClean="0"/>
              <a:pPr/>
              <a:t>2025-08-05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70D14-E89D-4EB9-B2CB-8B6FEDC4D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5F805-7CC0-4814-BA1F-5D4B15E7D198}" type="datetimeFigureOut">
              <a:rPr lang="ko-KR" altLang="en-US" smtClean="0"/>
              <a:pPr/>
              <a:t>2025-08-05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70D14-E89D-4EB9-B2CB-8B6FEDC4D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5F805-7CC0-4814-BA1F-5D4B15E7D198}" type="datetimeFigureOut">
              <a:rPr lang="ko-KR" altLang="en-US" smtClean="0"/>
              <a:pPr/>
              <a:t>2025-08-05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70D14-E89D-4EB9-B2CB-8B6FEDC4D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5F805-7CC0-4814-BA1F-5D4B15E7D198}" type="datetimeFigureOut">
              <a:rPr lang="ko-KR" altLang="en-US" smtClean="0"/>
              <a:pPr/>
              <a:t>2025-08-05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70D14-E89D-4EB9-B2CB-8B6FEDC4D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5F805-7CC0-4814-BA1F-5D4B15E7D198}" type="datetimeFigureOut">
              <a:rPr lang="ko-KR" altLang="en-US" smtClean="0"/>
              <a:pPr/>
              <a:t>2025-08-05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70D14-E89D-4EB9-B2CB-8B6FEDC4D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5F805-7CC0-4814-BA1F-5D4B15E7D198}" type="datetimeFigureOut">
              <a:rPr lang="ko-KR" altLang="en-US" smtClean="0"/>
              <a:pPr/>
              <a:t>2025-08-05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70D14-E89D-4EB9-B2CB-8B6FEDC4D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5F805-7CC0-4814-BA1F-5D4B15E7D198}" type="datetimeFigureOut">
              <a:rPr lang="ko-KR" altLang="en-US" smtClean="0"/>
              <a:pPr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70D14-E89D-4EB9-B2CB-8B6FEDC4D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5F805-7CC0-4814-BA1F-5D4B15E7D198}" type="datetimeFigureOut">
              <a:rPr lang="ko-KR" altLang="en-US" smtClean="0"/>
              <a:pPr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70D14-E89D-4EB9-B2CB-8B6FEDC4D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5F805-7CC0-4814-BA1F-5D4B15E7D198}" type="datetimeFigureOut">
              <a:rPr lang="ko-KR" altLang="en-US" smtClean="0"/>
              <a:pPr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70D14-E89D-4EB9-B2CB-8B6FEDC4D5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02148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프로그램 구조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28596" y="1285860"/>
            <a:ext cx="1357322" cy="10715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57158" y="1000108"/>
            <a:ext cx="1264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Web browser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2643174" y="1214422"/>
            <a:ext cx="2786082" cy="22145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643174" y="928670"/>
            <a:ext cx="2665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WAS( Web Application Server)</a:t>
            </a:r>
            <a:endParaRPr lang="ko-KR" altLang="en-US" sz="1400" dirty="0"/>
          </a:p>
        </p:txBody>
      </p:sp>
      <p:sp>
        <p:nvSpPr>
          <p:cNvPr id="9" name="직사각형 8"/>
          <p:cNvSpPr/>
          <p:nvPr/>
        </p:nvSpPr>
        <p:spPr>
          <a:xfrm>
            <a:off x="6000760" y="1214422"/>
            <a:ext cx="1357322" cy="7858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929322" y="928670"/>
            <a:ext cx="1436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DBMS( Oracle )</a:t>
            </a:r>
            <a:endParaRPr lang="ko-KR" altLang="en-US" sz="1400" dirty="0"/>
          </a:p>
        </p:txBody>
      </p:sp>
      <p:sp>
        <p:nvSpPr>
          <p:cNvPr id="11" name="순서도: 자기 디스크 10"/>
          <p:cNvSpPr/>
          <p:nvPr/>
        </p:nvSpPr>
        <p:spPr>
          <a:xfrm>
            <a:off x="6072198" y="1428736"/>
            <a:ext cx="500066" cy="42862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자기 디스크 11"/>
          <p:cNvSpPr/>
          <p:nvPr/>
        </p:nvSpPr>
        <p:spPr>
          <a:xfrm>
            <a:off x="6786578" y="1428736"/>
            <a:ext cx="500066" cy="42862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2857488" y="1571612"/>
            <a:ext cx="928694" cy="6429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786050" y="1357298"/>
            <a:ext cx="876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</a:t>
            </a:r>
            <a:r>
              <a:rPr lang="en-US" altLang="ko-KR" sz="1200" dirty="0"/>
              <a:t>ontroller</a:t>
            </a:r>
            <a:endParaRPr lang="ko-KR" altLang="en-US" sz="1200" dirty="0"/>
          </a:p>
        </p:txBody>
      </p:sp>
      <p:sp>
        <p:nvSpPr>
          <p:cNvPr id="15" name="직사각형 14"/>
          <p:cNvSpPr/>
          <p:nvPr/>
        </p:nvSpPr>
        <p:spPr>
          <a:xfrm>
            <a:off x="4286248" y="2071678"/>
            <a:ext cx="928694" cy="6429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214810" y="1857364"/>
            <a:ext cx="6399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M</a:t>
            </a:r>
            <a:r>
              <a:rPr lang="en-US" altLang="ko-KR" sz="1200" dirty="0"/>
              <a:t>odel</a:t>
            </a:r>
            <a:endParaRPr lang="ko-KR" altLang="en-US" sz="1200" dirty="0"/>
          </a:p>
        </p:txBody>
      </p:sp>
      <p:sp>
        <p:nvSpPr>
          <p:cNvPr id="17" name="직사각형 16"/>
          <p:cNvSpPr/>
          <p:nvPr/>
        </p:nvSpPr>
        <p:spPr>
          <a:xfrm>
            <a:off x="2857488" y="2500306"/>
            <a:ext cx="1214446" cy="8572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2786050" y="2285992"/>
            <a:ext cx="5164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V</a:t>
            </a:r>
            <a:r>
              <a:rPr lang="en-US" altLang="ko-KR" sz="1200" dirty="0"/>
              <a:t>iew</a:t>
            </a:r>
            <a:endParaRPr lang="ko-KR" altLang="en-US" sz="1200" dirty="0"/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1428728" y="1500174"/>
            <a:ext cx="1500198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85918" y="1428736"/>
            <a:ext cx="6607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request</a:t>
            </a:r>
            <a:endParaRPr lang="ko-KR" alt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2928926" y="1643050"/>
            <a:ext cx="6142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Servlet</a:t>
            </a:r>
            <a:endParaRPr lang="ko-KR" altLang="en-US" sz="1100" dirty="0"/>
          </a:p>
        </p:txBody>
      </p:sp>
      <p:cxnSp>
        <p:nvCxnSpPr>
          <p:cNvPr id="24" name="직선 화살표 연결선 23"/>
          <p:cNvCxnSpPr/>
          <p:nvPr/>
        </p:nvCxnSpPr>
        <p:spPr>
          <a:xfrm>
            <a:off x="3519488" y="1857375"/>
            <a:ext cx="909636" cy="5714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29124" y="2143116"/>
            <a:ext cx="18614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class</a:t>
            </a:r>
          </a:p>
          <a:p>
            <a:r>
              <a:rPr lang="en-US" altLang="ko-KR" sz="1100" dirty="0"/>
              <a:t>(JDBC,DBCP, </a:t>
            </a:r>
            <a:r>
              <a:rPr lang="en-US" altLang="ko-KR" sz="1100" dirty="0" err="1"/>
              <a:t>MyBatis</a:t>
            </a:r>
            <a:r>
              <a:rPr lang="en-US" altLang="ko-KR" sz="1100" dirty="0"/>
              <a:t>, JPA)</a:t>
            </a:r>
            <a:endParaRPr lang="ko-KR" altLang="en-US" sz="1100" dirty="0"/>
          </a:p>
        </p:txBody>
      </p:sp>
      <p:cxnSp>
        <p:nvCxnSpPr>
          <p:cNvPr id="27" name="직선 화살표 연결선 26"/>
          <p:cNvCxnSpPr>
            <a:endCxn id="11" idx="2"/>
          </p:cNvCxnSpPr>
          <p:nvPr/>
        </p:nvCxnSpPr>
        <p:spPr>
          <a:xfrm flipV="1">
            <a:off x="4857752" y="1643050"/>
            <a:ext cx="1214446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43636" y="1285860"/>
            <a:ext cx="357190" cy="281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7950" y="1214422"/>
            <a:ext cx="357190" cy="281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16" y="1285860"/>
            <a:ext cx="357190" cy="281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5" name="직선 화살표 연결선 34"/>
          <p:cNvCxnSpPr/>
          <p:nvPr/>
        </p:nvCxnSpPr>
        <p:spPr>
          <a:xfrm rot="10800000" flipV="1">
            <a:off x="4929190" y="1857364"/>
            <a:ext cx="1048039" cy="7155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stCxn id="25" idx="1"/>
          </p:cNvCxnSpPr>
          <p:nvPr/>
        </p:nvCxnSpPr>
        <p:spPr>
          <a:xfrm rot="10800000">
            <a:off x="3500430" y="1714488"/>
            <a:ext cx="928694" cy="644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 rot="5400000">
            <a:off x="2928926" y="2285992"/>
            <a:ext cx="71438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57488" y="2571744"/>
            <a:ext cx="172515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HTML, CSS,</a:t>
            </a:r>
          </a:p>
          <a:p>
            <a:r>
              <a:rPr lang="en-US" altLang="ko-KR" sz="1100" dirty="0"/>
              <a:t>JavaScript(</a:t>
            </a:r>
            <a:r>
              <a:rPr lang="en-US" altLang="ko-KR" sz="1100" dirty="0" err="1"/>
              <a:t>jQuery,Vue.js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/>
              <a:t>JSP, XML,JSON</a:t>
            </a:r>
            <a:endParaRPr lang="ko-KR" altLang="en-US" sz="1100" dirty="0"/>
          </a:p>
        </p:txBody>
      </p:sp>
      <p:cxnSp>
        <p:nvCxnSpPr>
          <p:cNvPr id="45" name="직선 화살표 연결선 44"/>
          <p:cNvCxnSpPr>
            <a:stCxn id="42" idx="1"/>
          </p:cNvCxnSpPr>
          <p:nvPr/>
        </p:nvCxnSpPr>
        <p:spPr>
          <a:xfrm rot="10800000">
            <a:off x="1462088" y="1833564"/>
            <a:ext cx="1395400" cy="10382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785918" y="2214554"/>
            <a:ext cx="758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response</a:t>
            </a:r>
            <a:endParaRPr lang="ko-KR" altLang="en-US" sz="1100" dirty="0"/>
          </a:p>
        </p:txBody>
      </p:sp>
      <p:sp>
        <p:nvSpPr>
          <p:cNvPr id="47" name="TextBox 46"/>
          <p:cNvSpPr txBox="1"/>
          <p:nvPr/>
        </p:nvSpPr>
        <p:spPr>
          <a:xfrm>
            <a:off x="714348" y="1357298"/>
            <a:ext cx="7200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URL</a:t>
            </a:r>
            <a:r>
              <a:rPr lang="ko-KR" altLang="en-US" sz="1100" dirty="0"/>
              <a:t>요청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8596" y="1785926"/>
            <a:ext cx="15001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응답된 화면을 그림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8926" y="642918"/>
            <a:ext cx="2858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Spring Framework </a:t>
            </a:r>
            <a:r>
              <a:rPr lang="ko-KR" altLang="en-US" sz="1200" dirty="0"/>
              <a:t>도입</a:t>
            </a:r>
            <a:r>
              <a:rPr lang="en-US" altLang="ko-KR" sz="1200" dirty="0"/>
              <a:t>( Spring Boot )</a:t>
            </a:r>
          </a:p>
          <a:p>
            <a:r>
              <a:rPr lang="en-US" altLang="ko-KR" sz="1200" dirty="0"/>
              <a:t> Spring MVC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0214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285860"/>
            <a:ext cx="2102688" cy="88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785918" y="785794"/>
            <a:ext cx="12490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Eclipse IDE(</a:t>
            </a:r>
            <a:r>
              <a:rPr lang="ko-KR" altLang="en-US" sz="1100" dirty="0"/>
              <a:t>개발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cxnSp>
        <p:nvCxnSpPr>
          <p:cNvPr id="7" name="직선 화살표 연결선 6"/>
          <p:cNvCxnSpPr/>
          <p:nvPr/>
        </p:nvCxnSpPr>
        <p:spPr>
          <a:xfrm rot="10800000" flipV="1">
            <a:off x="1285858" y="1071548"/>
            <a:ext cx="785812" cy="4286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43174" y="1214422"/>
            <a:ext cx="6126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Git</a:t>
            </a:r>
            <a:r>
              <a:rPr lang="en-US" altLang="ko-KR" sz="1100" dirty="0"/>
              <a:t> CLI</a:t>
            </a:r>
            <a:endParaRPr lang="ko-KR" altLang="en-US" sz="1100" dirty="0"/>
          </a:p>
        </p:txBody>
      </p:sp>
      <p:cxnSp>
        <p:nvCxnSpPr>
          <p:cNvPr id="11" name="직선 화살표 연결선 10"/>
          <p:cNvCxnSpPr>
            <a:stCxn id="5" idx="2"/>
          </p:cNvCxnSpPr>
          <p:nvPr/>
        </p:nvCxnSpPr>
        <p:spPr>
          <a:xfrm rot="16200000" flipH="1">
            <a:off x="2429012" y="1028839"/>
            <a:ext cx="262287" cy="299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V="1">
            <a:off x="3152775" y="666750"/>
            <a:ext cx="728663" cy="5857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929058" y="500042"/>
            <a:ext cx="15119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Git</a:t>
            </a:r>
            <a:r>
              <a:rPr lang="en-US" altLang="ko-KR" sz="1100" dirty="0"/>
              <a:t> Hub (Web Hook)</a:t>
            </a:r>
            <a:endParaRPr lang="ko-KR" altLang="en-US" sz="1100" dirty="0"/>
          </a:p>
        </p:txBody>
      </p:sp>
      <p:cxnSp>
        <p:nvCxnSpPr>
          <p:cNvPr id="21" name="직선 화살표 연결선 20"/>
          <p:cNvCxnSpPr/>
          <p:nvPr/>
        </p:nvCxnSpPr>
        <p:spPr>
          <a:xfrm rot="10800000" flipV="1">
            <a:off x="3076575" y="752474"/>
            <a:ext cx="1466850" cy="11144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500298" y="1857364"/>
            <a:ext cx="6431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Jenkins</a:t>
            </a:r>
            <a:endParaRPr lang="ko-KR" altLang="en-US" sz="1100" dirty="0"/>
          </a:p>
        </p:txBody>
      </p:sp>
      <p:sp>
        <p:nvSpPr>
          <p:cNvPr id="23" name="TextBox 22"/>
          <p:cNvSpPr txBox="1"/>
          <p:nvPr/>
        </p:nvSpPr>
        <p:spPr>
          <a:xfrm>
            <a:off x="2500298" y="2214554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MAVEN</a:t>
            </a:r>
            <a:endParaRPr lang="ko-KR" altLang="en-US" sz="1100" dirty="0"/>
          </a:p>
        </p:txBody>
      </p:sp>
      <p:cxnSp>
        <p:nvCxnSpPr>
          <p:cNvPr id="25" name="직선 화살표 연결선 24"/>
          <p:cNvCxnSpPr>
            <a:stCxn id="22" idx="2"/>
            <a:endCxn id="23" idx="0"/>
          </p:cNvCxnSpPr>
          <p:nvPr/>
        </p:nvCxnSpPr>
        <p:spPr>
          <a:xfrm rot="16200000" flipH="1">
            <a:off x="2737118" y="2203717"/>
            <a:ext cx="176551" cy="7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23" idx="2"/>
          </p:cNvCxnSpPr>
          <p:nvPr/>
        </p:nvCxnSpPr>
        <p:spPr>
          <a:xfrm rot="16200000" flipH="1">
            <a:off x="2755460" y="2560197"/>
            <a:ext cx="171786" cy="37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643174" y="2643182"/>
            <a:ext cx="4379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?.jar</a:t>
            </a:r>
            <a:endParaRPr lang="ko-KR" altLang="en-US" sz="1100" dirty="0"/>
          </a:p>
        </p:txBody>
      </p:sp>
      <p:cxnSp>
        <p:nvCxnSpPr>
          <p:cNvPr id="31" name="직선 화살표 연결선 30"/>
          <p:cNvCxnSpPr/>
          <p:nvPr/>
        </p:nvCxnSpPr>
        <p:spPr>
          <a:xfrm rot="16200000" flipH="1">
            <a:off x="2809865" y="2262177"/>
            <a:ext cx="728672" cy="3476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14678" y="2786058"/>
            <a:ext cx="6351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Docker</a:t>
            </a:r>
            <a:endParaRPr lang="ko-KR" altLang="en-US" sz="1100" dirty="0"/>
          </a:p>
        </p:txBody>
      </p:sp>
      <p:cxnSp>
        <p:nvCxnSpPr>
          <p:cNvPr id="36" name="직선 화살표 연결선 35"/>
          <p:cNvCxnSpPr>
            <a:stCxn id="34" idx="1"/>
          </p:cNvCxnSpPr>
          <p:nvPr/>
        </p:nvCxnSpPr>
        <p:spPr>
          <a:xfrm rot="10800000">
            <a:off x="3000364" y="2857497"/>
            <a:ext cx="214314" cy="593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>
            <a:off x="2933700" y="2938463"/>
            <a:ext cx="752475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643306" y="3143248"/>
            <a:ext cx="5806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Image</a:t>
            </a:r>
            <a:endParaRPr lang="ko-KR" altLang="en-US" sz="1100" dirty="0"/>
          </a:p>
        </p:txBody>
      </p:sp>
      <p:cxnSp>
        <p:nvCxnSpPr>
          <p:cNvPr id="43" name="직선 화살표 연결선 42"/>
          <p:cNvCxnSpPr>
            <a:endCxn id="40" idx="0"/>
          </p:cNvCxnSpPr>
          <p:nvPr/>
        </p:nvCxnSpPr>
        <p:spPr>
          <a:xfrm rot="16200000" flipH="1">
            <a:off x="2990744" y="2200381"/>
            <a:ext cx="1076323" cy="8094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214810" y="1928802"/>
            <a:ext cx="9541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Docker</a:t>
            </a:r>
            <a:r>
              <a:rPr lang="en-US" altLang="ko-KR" sz="1100" dirty="0"/>
              <a:t> Hub</a:t>
            </a:r>
            <a:endParaRPr lang="ko-KR" altLang="en-US" sz="1100" dirty="0"/>
          </a:p>
        </p:txBody>
      </p:sp>
      <p:cxnSp>
        <p:nvCxnSpPr>
          <p:cNvPr id="46" name="직선 화살표 연결선 45"/>
          <p:cNvCxnSpPr/>
          <p:nvPr/>
        </p:nvCxnSpPr>
        <p:spPr>
          <a:xfrm rot="5400000" flipH="1" flipV="1">
            <a:off x="3740940" y="2474116"/>
            <a:ext cx="1090623" cy="4286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4929190" y="2857496"/>
            <a:ext cx="1143008" cy="10001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4857752" y="2428868"/>
            <a:ext cx="13740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Kubernetes</a:t>
            </a:r>
            <a:r>
              <a:rPr lang="en-US" altLang="ko-KR" sz="1100" dirty="0"/>
              <a:t> ( K8S )</a:t>
            </a:r>
          </a:p>
          <a:p>
            <a:r>
              <a:rPr lang="en-US" altLang="ko-KR" sz="1100" dirty="0"/>
              <a:t>Master node</a:t>
            </a:r>
            <a:endParaRPr lang="ko-KR" altLang="en-US" sz="1100" dirty="0"/>
          </a:p>
        </p:txBody>
      </p:sp>
      <p:sp>
        <p:nvSpPr>
          <p:cNvPr id="50" name="TextBox 49"/>
          <p:cNvSpPr txBox="1"/>
          <p:nvPr/>
        </p:nvSpPr>
        <p:spPr>
          <a:xfrm>
            <a:off x="5000628" y="3214686"/>
            <a:ext cx="101181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K8S</a:t>
            </a:r>
          </a:p>
          <a:p>
            <a:r>
              <a:rPr lang="en-US" altLang="ko-KR" sz="1100" dirty="0" err="1"/>
              <a:t>Docker</a:t>
            </a:r>
            <a:endParaRPr lang="en-US" altLang="ko-KR" sz="1100" dirty="0"/>
          </a:p>
          <a:p>
            <a:r>
              <a:rPr lang="en-US" altLang="ko-KR" sz="1100" dirty="0" err="1"/>
              <a:t>Ubuntu</a:t>
            </a:r>
            <a:r>
              <a:rPr lang="en-US" altLang="ko-KR" sz="1100" dirty="0"/>
              <a:t> </a:t>
            </a:r>
            <a:r>
              <a:rPr lang="en-US" altLang="ko-KR" sz="1100" dirty="0" err="1"/>
              <a:t>linux</a:t>
            </a:r>
            <a:endParaRPr lang="ko-KR" altLang="en-US" sz="1100" dirty="0"/>
          </a:p>
        </p:txBody>
      </p:sp>
      <p:sp>
        <p:nvSpPr>
          <p:cNvPr id="51" name="직사각형 50"/>
          <p:cNvSpPr/>
          <p:nvPr/>
        </p:nvSpPr>
        <p:spPr>
          <a:xfrm>
            <a:off x="6286512" y="2857496"/>
            <a:ext cx="1143008" cy="11430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6215074" y="2428868"/>
            <a:ext cx="13740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Kubernetes</a:t>
            </a:r>
            <a:r>
              <a:rPr lang="en-US" altLang="ko-KR" sz="1100" dirty="0"/>
              <a:t> ( K8S )</a:t>
            </a:r>
          </a:p>
          <a:p>
            <a:r>
              <a:rPr lang="en-US" altLang="ko-KR" sz="1100" dirty="0"/>
              <a:t>Worker node</a:t>
            </a:r>
            <a:endParaRPr lang="ko-KR" altLang="en-US" sz="1100" dirty="0"/>
          </a:p>
        </p:txBody>
      </p:sp>
      <p:sp>
        <p:nvSpPr>
          <p:cNvPr id="53" name="직사각형 52"/>
          <p:cNvSpPr/>
          <p:nvPr/>
        </p:nvSpPr>
        <p:spPr>
          <a:xfrm>
            <a:off x="7715272" y="2857496"/>
            <a:ext cx="1143008" cy="11430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7643834" y="2428868"/>
            <a:ext cx="13740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Kubernetes</a:t>
            </a:r>
            <a:r>
              <a:rPr lang="en-US" altLang="ko-KR" sz="1100" dirty="0"/>
              <a:t> ( K8S )</a:t>
            </a:r>
          </a:p>
          <a:p>
            <a:r>
              <a:rPr lang="en-US" altLang="ko-KR" sz="1100" dirty="0"/>
              <a:t>Worker node</a:t>
            </a:r>
            <a:endParaRPr lang="ko-KR" altLang="en-US" sz="1100" dirty="0"/>
          </a:p>
        </p:txBody>
      </p:sp>
      <p:sp>
        <p:nvSpPr>
          <p:cNvPr id="55" name="TextBox 54"/>
          <p:cNvSpPr txBox="1"/>
          <p:nvPr/>
        </p:nvSpPr>
        <p:spPr>
          <a:xfrm>
            <a:off x="6357950" y="3214686"/>
            <a:ext cx="10118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Pod</a:t>
            </a:r>
          </a:p>
          <a:p>
            <a:r>
              <a:rPr lang="en-US" altLang="ko-KR" sz="1100" dirty="0"/>
              <a:t>K8S</a:t>
            </a:r>
          </a:p>
          <a:p>
            <a:r>
              <a:rPr lang="en-US" altLang="ko-KR" sz="1100" dirty="0" err="1"/>
              <a:t>Docker</a:t>
            </a:r>
            <a:endParaRPr lang="en-US" altLang="ko-KR" sz="1100" dirty="0"/>
          </a:p>
          <a:p>
            <a:r>
              <a:rPr lang="en-US" altLang="ko-KR" sz="1100" dirty="0" err="1"/>
              <a:t>Ubuntu</a:t>
            </a:r>
            <a:r>
              <a:rPr lang="en-US" altLang="ko-KR" sz="1100" dirty="0"/>
              <a:t> </a:t>
            </a:r>
            <a:r>
              <a:rPr lang="en-US" altLang="ko-KR" sz="1100" dirty="0" err="1"/>
              <a:t>linux</a:t>
            </a:r>
            <a:endParaRPr lang="ko-KR" altLang="en-US" sz="1100" dirty="0"/>
          </a:p>
        </p:txBody>
      </p:sp>
      <p:sp>
        <p:nvSpPr>
          <p:cNvPr id="56" name="TextBox 55"/>
          <p:cNvSpPr txBox="1"/>
          <p:nvPr/>
        </p:nvSpPr>
        <p:spPr>
          <a:xfrm>
            <a:off x="7786710" y="3214686"/>
            <a:ext cx="10118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Pod</a:t>
            </a:r>
          </a:p>
          <a:p>
            <a:r>
              <a:rPr lang="en-US" altLang="ko-KR" sz="1100" dirty="0"/>
              <a:t>K8S</a:t>
            </a:r>
          </a:p>
          <a:p>
            <a:r>
              <a:rPr lang="en-US" altLang="ko-KR" sz="1100" dirty="0" err="1"/>
              <a:t>Docker</a:t>
            </a:r>
            <a:endParaRPr lang="en-US" altLang="ko-KR" sz="1100" dirty="0"/>
          </a:p>
          <a:p>
            <a:r>
              <a:rPr lang="en-US" altLang="ko-KR" sz="1100" dirty="0" err="1"/>
              <a:t>Ubuntu</a:t>
            </a:r>
            <a:r>
              <a:rPr lang="en-US" altLang="ko-KR" sz="1100" dirty="0"/>
              <a:t> </a:t>
            </a:r>
            <a:r>
              <a:rPr lang="en-US" altLang="ko-KR" sz="1100" dirty="0" err="1"/>
              <a:t>linux</a:t>
            </a:r>
            <a:endParaRPr lang="ko-KR" altLang="en-US" sz="1100" dirty="0"/>
          </a:p>
        </p:txBody>
      </p:sp>
      <p:sp>
        <p:nvSpPr>
          <p:cNvPr id="57" name="직사각형 56"/>
          <p:cNvSpPr/>
          <p:nvPr/>
        </p:nvSpPr>
        <p:spPr>
          <a:xfrm>
            <a:off x="5072066" y="2928934"/>
            <a:ext cx="3786214" cy="2143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CNI</a:t>
            </a:r>
            <a:endParaRPr lang="ko-KR" altLang="en-US" sz="1200" dirty="0"/>
          </a:p>
        </p:txBody>
      </p:sp>
      <p:cxnSp>
        <p:nvCxnSpPr>
          <p:cNvPr id="61" name="직선 화살표 연결선 60"/>
          <p:cNvCxnSpPr/>
          <p:nvPr/>
        </p:nvCxnSpPr>
        <p:spPr>
          <a:xfrm rot="16200000" flipH="1">
            <a:off x="3128963" y="2095499"/>
            <a:ext cx="1285875" cy="11525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214810" y="3286124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K8S</a:t>
            </a:r>
            <a:r>
              <a:rPr lang="ko-KR" altLang="en-US" sz="1100" dirty="0"/>
              <a:t>명령</a:t>
            </a:r>
          </a:p>
        </p:txBody>
      </p:sp>
      <p:cxnSp>
        <p:nvCxnSpPr>
          <p:cNvPr id="64" name="직선 화살표 연결선 63"/>
          <p:cNvCxnSpPr/>
          <p:nvPr/>
        </p:nvCxnSpPr>
        <p:spPr>
          <a:xfrm rot="5400000" flipH="1" flipV="1">
            <a:off x="4510087" y="2867026"/>
            <a:ext cx="642938" cy="3952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rot="16200000" flipV="1">
            <a:off x="4607719" y="2178835"/>
            <a:ext cx="500066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/>
          <p:nvPr/>
        </p:nvCxnSpPr>
        <p:spPr>
          <a:xfrm rot="16200000" flipH="1">
            <a:off x="4729163" y="2205038"/>
            <a:ext cx="533400" cy="4000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자유형 69"/>
          <p:cNvSpPr/>
          <p:nvPr/>
        </p:nvSpPr>
        <p:spPr>
          <a:xfrm>
            <a:off x="5291138" y="2652713"/>
            <a:ext cx="1409700" cy="585787"/>
          </a:xfrm>
          <a:custGeom>
            <a:avLst/>
            <a:gdLst>
              <a:gd name="connsiteX0" fmla="*/ 0 w 1409700"/>
              <a:gd name="connsiteY0" fmla="*/ 0 h 585787"/>
              <a:gd name="connsiteX1" fmla="*/ 76200 w 1409700"/>
              <a:gd name="connsiteY1" fmla="*/ 9525 h 585787"/>
              <a:gd name="connsiteX2" fmla="*/ 95250 w 1409700"/>
              <a:gd name="connsiteY2" fmla="*/ 19050 h 585787"/>
              <a:gd name="connsiteX3" fmla="*/ 119062 w 1409700"/>
              <a:gd name="connsiteY3" fmla="*/ 23812 h 585787"/>
              <a:gd name="connsiteX4" fmla="*/ 133350 w 1409700"/>
              <a:gd name="connsiteY4" fmla="*/ 28575 h 585787"/>
              <a:gd name="connsiteX5" fmla="*/ 152400 w 1409700"/>
              <a:gd name="connsiteY5" fmla="*/ 33337 h 585787"/>
              <a:gd name="connsiteX6" fmla="*/ 166687 w 1409700"/>
              <a:gd name="connsiteY6" fmla="*/ 38100 h 585787"/>
              <a:gd name="connsiteX7" fmla="*/ 185737 w 1409700"/>
              <a:gd name="connsiteY7" fmla="*/ 42862 h 585787"/>
              <a:gd name="connsiteX8" fmla="*/ 228600 w 1409700"/>
              <a:gd name="connsiteY8" fmla="*/ 57150 h 585787"/>
              <a:gd name="connsiteX9" fmla="*/ 257175 w 1409700"/>
              <a:gd name="connsiteY9" fmla="*/ 61912 h 585787"/>
              <a:gd name="connsiteX10" fmla="*/ 271462 w 1409700"/>
              <a:gd name="connsiteY10" fmla="*/ 66675 h 585787"/>
              <a:gd name="connsiteX11" fmla="*/ 290512 w 1409700"/>
              <a:gd name="connsiteY11" fmla="*/ 76200 h 585787"/>
              <a:gd name="connsiteX12" fmla="*/ 309562 w 1409700"/>
              <a:gd name="connsiteY12" fmla="*/ 80962 h 585787"/>
              <a:gd name="connsiteX13" fmla="*/ 347662 w 1409700"/>
              <a:gd name="connsiteY13" fmla="*/ 100012 h 585787"/>
              <a:gd name="connsiteX14" fmla="*/ 371475 w 1409700"/>
              <a:gd name="connsiteY14" fmla="*/ 109537 h 585787"/>
              <a:gd name="connsiteX15" fmla="*/ 385762 w 1409700"/>
              <a:gd name="connsiteY15" fmla="*/ 114300 h 585787"/>
              <a:gd name="connsiteX16" fmla="*/ 404812 w 1409700"/>
              <a:gd name="connsiteY16" fmla="*/ 123825 h 585787"/>
              <a:gd name="connsiteX17" fmla="*/ 423862 w 1409700"/>
              <a:gd name="connsiteY17" fmla="*/ 138112 h 585787"/>
              <a:gd name="connsiteX18" fmla="*/ 466725 w 1409700"/>
              <a:gd name="connsiteY18" fmla="*/ 142875 h 585787"/>
              <a:gd name="connsiteX19" fmla="*/ 528637 w 1409700"/>
              <a:gd name="connsiteY19" fmla="*/ 161925 h 585787"/>
              <a:gd name="connsiteX20" fmla="*/ 542925 w 1409700"/>
              <a:gd name="connsiteY20" fmla="*/ 166687 h 585787"/>
              <a:gd name="connsiteX21" fmla="*/ 585787 w 1409700"/>
              <a:gd name="connsiteY21" fmla="*/ 176212 h 585787"/>
              <a:gd name="connsiteX22" fmla="*/ 614362 w 1409700"/>
              <a:gd name="connsiteY22" fmla="*/ 185737 h 585787"/>
              <a:gd name="connsiteX23" fmla="*/ 666750 w 1409700"/>
              <a:gd name="connsiteY23" fmla="*/ 204787 h 585787"/>
              <a:gd name="connsiteX24" fmla="*/ 752475 w 1409700"/>
              <a:gd name="connsiteY24" fmla="*/ 223837 h 585787"/>
              <a:gd name="connsiteX25" fmla="*/ 795337 w 1409700"/>
              <a:gd name="connsiteY25" fmla="*/ 247650 h 585787"/>
              <a:gd name="connsiteX26" fmla="*/ 833437 w 1409700"/>
              <a:gd name="connsiteY26" fmla="*/ 257175 h 585787"/>
              <a:gd name="connsiteX27" fmla="*/ 933450 w 1409700"/>
              <a:gd name="connsiteY27" fmla="*/ 280987 h 585787"/>
              <a:gd name="connsiteX28" fmla="*/ 962025 w 1409700"/>
              <a:gd name="connsiteY28" fmla="*/ 295275 h 585787"/>
              <a:gd name="connsiteX29" fmla="*/ 1057275 w 1409700"/>
              <a:gd name="connsiteY29" fmla="*/ 319087 h 585787"/>
              <a:gd name="connsiteX30" fmla="*/ 1090612 w 1409700"/>
              <a:gd name="connsiteY30" fmla="*/ 328612 h 585787"/>
              <a:gd name="connsiteX31" fmla="*/ 1119187 w 1409700"/>
              <a:gd name="connsiteY31" fmla="*/ 342900 h 585787"/>
              <a:gd name="connsiteX32" fmla="*/ 1157287 w 1409700"/>
              <a:gd name="connsiteY32" fmla="*/ 366712 h 585787"/>
              <a:gd name="connsiteX33" fmla="*/ 1219200 w 1409700"/>
              <a:gd name="connsiteY33" fmla="*/ 376237 h 585787"/>
              <a:gd name="connsiteX34" fmla="*/ 1247775 w 1409700"/>
              <a:gd name="connsiteY34" fmla="*/ 385762 h 585787"/>
              <a:gd name="connsiteX35" fmla="*/ 1266825 w 1409700"/>
              <a:gd name="connsiteY35" fmla="*/ 390525 h 585787"/>
              <a:gd name="connsiteX36" fmla="*/ 1281112 w 1409700"/>
              <a:gd name="connsiteY36" fmla="*/ 404812 h 585787"/>
              <a:gd name="connsiteX37" fmla="*/ 1300162 w 1409700"/>
              <a:gd name="connsiteY37" fmla="*/ 438150 h 585787"/>
              <a:gd name="connsiteX38" fmla="*/ 1319212 w 1409700"/>
              <a:gd name="connsiteY38" fmla="*/ 466725 h 585787"/>
              <a:gd name="connsiteX39" fmla="*/ 1323975 w 1409700"/>
              <a:gd name="connsiteY39" fmla="*/ 481012 h 585787"/>
              <a:gd name="connsiteX40" fmla="*/ 1366837 w 1409700"/>
              <a:gd name="connsiteY40" fmla="*/ 528637 h 585787"/>
              <a:gd name="connsiteX41" fmla="*/ 1381125 w 1409700"/>
              <a:gd name="connsiteY41" fmla="*/ 542925 h 585787"/>
              <a:gd name="connsiteX42" fmla="*/ 1404937 w 1409700"/>
              <a:gd name="connsiteY42" fmla="*/ 585787 h 585787"/>
              <a:gd name="connsiteX43" fmla="*/ 1409700 w 1409700"/>
              <a:gd name="connsiteY43" fmla="*/ 585787 h 585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409700" h="585787">
                <a:moveTo>
                  <a:pt x="0" y="0"/>
                </a:moveTo>
                <a:cubicBezTo>
                  <a:pt x="8433" y="843"/>
                  <a:pt x="61425" y="5092"/>
                  <a:pt x="76200" y="9525"/>
                </a:cubicBezTo>
                <a:cubicBezTo>
                  <a:pt x="83000" y="11565"/>
                  <a:pt x="88515" y="16805"/>
                  <a:pt x="95250" y="19050"/>
                </a:cubicBezTo>
                <a:cubicBezTo>
                  <a:pt x="102929" y="21610"/>
                  <a:pt x="111209" y="21849"/>
                  <a:pt x="119062" y="23812"/>
                </a:cubicBezTo>
                <a:cubicBezTo>
                  <a:pt x="123932" y="25030"/>
                  <a:pt x="128523" y="27196"/>
                  <a:pt x="133350" y="28575"/>
                </a:cubicBezTo>
                <a:cubicBezTo>
                  <a:pt x="139644" y="30373"/>
                  <a:pt x="146106" y="31539"/>
                  <a:pt x="152400" y="33337"/>
                </a:cubicBezTo>
                <a:cubicBezTo>
                  <a:pt x="157227" y="34716"/>
                  <a:pt x="161860" y="36721"/>
                  <a:pt x="166687" y="38100"/>
                </a:cubicBezTo>
                <a:cubicBezTo>
                  <a:pt x="172981" y="39898"/>
                  <a:pt x="179481" y="40937"/>
                  <a:pt x="185737" y="42862"/>
                </a:cubicBezTo>
                <a:cubicBezTo>
                  <a:pt x="200132" y="47291"/>
                  <a:pt x="213744" y="54674"/>
                  <a:pt x="228600" y="57150"/>
                </a:cubicBezTo>
                <a:lnTo>
                  <a:pt x="257175" y="61912"/>
                </a:lnTo>
                <a:cubicBezTo>
                  <a:pt x="261937" y="63500"/>
                  <a:pt x="266848" y="64697"/>
                  <a:pt x="271462" y="66675"/>
                </a:cubicBezTo>
                <a:cubicBezTo>
                  <a:pt x="277987" y="69472"/>
                  <a:pt x="283864" y="73707"/>
                  <a:pt x="290512" y="76200"/>
                </a:cubicBezTo>
                <a:cubicBezTo>
                  <a:pt x="296641" y="78498"/>
                  <a:pt x="303212" y="79375"/>
                  <a:pt x="309562" y="80962"/>
                </a:cubicBezTo>
                <a:cubicBezTo>
                  <a:pt x="322262" y="87312"/>
                  <a:pt x="334478" y="94739"/>
                  <a:pt x="347662" y="100012"/>
                </a:cubicBezTo>
                <a:cubicBezTo>
                  <a:pt x="355600" y="103187"/>
                  <a:pt x="363470" y="106535"/>
                  <a:pt x="371475" y="109537"/>
                </a:cubicBezTo>
                <a:cubicBezTo>
                  <a:pt x="376175" y="111300"/>
                  <a:pt x="381148" y="112322"/>
                  <a:pt x="385762" y="114300"/>
                </a:cubicBezTo>
                <a:cubicBezTo>
                  <a:pt x="392287" y="117097"/>
                  <a:pt x="398792" y="120062"/>
                  <a:pt x="404812" y="123825"/>
                </a:cubicBezTo>
                <a:cubicBezTo>
                  <a:pt x="411543" y="128032"/>
                  <a:pt x="416276" y="135778"/>
                  <a:pt x="423862" y="138112"/>
                </a:cubicBezTo>
                <a:cubicBezTo>
                  <a:pt x="437602" y="142340"/>
                  <a:pt x="452437" y="141287"/>
                  <a:pt x="466725" y="142875"/>
                </a:cubicBezTo>
                <a:cubicBezTo>
                  <a:pt x="500390" y="151290"/>
                  <a:pt x="479556" y="145565"/>
                  <a:pt x="528637" y="161925"/>
                </a:cubicBezTo>
                <a:cubicBezTo>
                  <a:pt x="533400" y="163513"/>
                  <a:pt x="538002" y="165702"/>
                  <a:pt x="542925" y="166687"/>
                </a:cubicBezTo>
                <a:cubicBezTo>
                  <a:pt x="556509" y="169404"/>
                  <a:pt x="572345" y="172179"/>
                  <a:pt x="585787" y="176212"/>
                </a:cubicBezTo>
                <a:cubicBezTo>
                  <a:pt x="595404" y="179097"/>
                  <a:pt x="604926" y="182306"/>
                  <a:pt x="614362" y="185737"/>
                </a:cubicBezTo>
                <a:cubicBezTo>
                  <a:pt x="647210" y="197681"/>
                  <a:pt x="630402" y="194096"/>
                  <a:pt x="666750" y="204787"/>
                </a:cubicBezTo>
                <a:cubicBezTo>
                  <a:pt x="721030" y="220752"/>
                  <a:pt x="706761" y="217307"/>
                  <a:pt x="752475" y="223837"/>
                </a:cubicBezTo>
                <a:cubicBezTo>
                  <a:pt x="766762" y="231775"/>
                  <a:pt x="780224" y="241427"/>
                  <a:pt x="795337" y="247650"/>
                </a:cubicBezTo>
                <a:cubicBezTo>
                  <a:pt x="807442" y="252634"/>
                  <a:pt x="820807" y="253731"/>
                  <a:pt x="833437" y="257175"/>
                </a:cubicBezTo>
                <a:cubicBezTo>
                  <a:pt x="918651" y="280415"/>
                  <a:pt x="873468" y="272419"/>
                  <a:pt x="933450" y="280987"/>
                </a:cubicBezTo>
                <a:cubicBezTo>
                  <a:pt x="942975" y="285750"/>
                  <a:pt x="951877" y="292046"/>
                  <a:pt x="962025" y="295275"/>
                </a:cubicBezTo>
                <a:cubicBezTo>
                  <a:pt x="1066957" y="328663"/>
                  <a:pt x="1007229" y="304788"/>
                  <a:pt x="1057275" y="319087"/>
                </a:cubicBezTo>
                <a:cubicBezTo>
                  <a:pt x="1068387" y="322262"/>
                  <a:pt x="1079825" y="324463"/>
                  <a:pt x="1090612" y="328612"/>
                </a:cubicBezTo>
                <a:cubicBezTo>
                  <a:pt x="1100551" y="332435"/>
                  <a:pt x="1109941" y="337616"/>
                  <a:pt x="1119187" y="342900"/>
                </a:cubicBezTo>
                <a:cubicBezTo>
                  <a:pt x="1132190" y="350330"/>
                  <a:pt x="1143079" y="361976"/>
                  <a:pt x="1157287" y="366712"/>
                </a:cubicBezTo>
                <a:cubicBezTo>
                  <a:pt x="1177096" y="373315"/>
                  <a:pt x="1198562" y="373062"/>
                  <a:pt x="1219200" y="376237"/>
                </a:cubicBezTo>
                <a:cubicBezTo>
                  <a:pt x="1228725" y="379412"/>
                  <a:pt x="1238158" y="382877"/>
                  <a:pt x="1247775" y="385762"/>
                </a:cubicBezTo>
                <a:cubicBezTo>
                  <a:pt x="1254044" y="387643"/>
                  <a:pt x="1261142" y="387278"/>
                  <a:pt x="1266825" y="390525"/>
                </a:cubicBezTo>
                <a:cubicBezTo>
                  <a:pt x="1272673" y="393867"/>
                  <a:pt x="1276800" y="399638"/>
                  <a:pt x="1281112" y="404812"/>
                </a:cubicBezTo>
                <a:cubicBezTo>
                  <a:pt x="1292879" y="418933"/>
                  <a:pt x="1290181" y="421515"/>
                  <a:pt x="1300162" y="438150"/>
                </a:cubicBezTo>
                <a:cubicBezTo>
                  <a:pt x="1306052" y="447966"/>
                  <a:pt x="1315591" y="455865"/>
                  <a:pt x="1319212" y="466725"/>
                </a:cubicBezTo>
                <a:cubicBezTo>
                  <a:pt x="1320800" y="471487"/>
                  <a:pt x="1321484" y="476653"/>
                  <a:pt x="1323975" y="481012"/>
                </a:cubicBezTo>
                <a:cubicBezTo>
                  <a:pt x="1333919" y="498413"/>
                  <a:pt x="1353736" y="515536"/>
                  <a:pt x="1366837" y="528637"/>
                </a:cubicBezTo>
                <a:lnTo>
                  <a:pt x="1381125" y="542925"/>
                </a:lnTo>
                <a:cubicBezTo>
                  <a:pt x="1384720" y="553710"/>
                  <a:pt x="1394019" y="585787"/>
                  <a:pt x="1404937" y="585787"/>
                </a:cubicBezTo>
                <a:lnTo>
                  <a:pt x="1409700" y="585787"/>
                </a:ln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자유형 70"/>
          <p:cNvSpPr/>
          <p:nvPr/>
        </p:nvSpPr>
        <p:spPr>
          <a:xfrm>
            <a:off x="5381625" y="2614613"/>
            <a:ext cx="2786063" cy="576262"/>
          </a:xfrm>
          <a:custGeom>
            <a:avLst/>
            <a:gdLst>
              <a:gd name="connsiteX0" fmla="*/ 0 w 2786063"/>
              <a:gd name="connsiteY0" fmla="*/ 0 h 576262"/>
              <a:gd name="connsiteX1" fmla="*/ 80963 w 2786063"/>
              <a:gd name="connsiteY1" fmla="*/ 4762 h 576262"/>
              <a:gd name="connsiteX2" fmla="*/ 119063 w 2786063"/>
              <a:gd name="connsiteY2" fmla="*/ 14287 h 576262"/>
              <a:gd name="connsiteX3" fmla="*/ 138113 w 2786063"/>
              <a:gd name="connsiteY3" fmla="*/ 23812 h 576262"/>
              <a:gd name="connsiteX4" fmla="*/ 166688 w 2786063"/>
              <a:gd name="connsiteY4" fmla="*/ 28575 h 576262"/>
              <a:gd name="connsiteX5" fmla="*/ 223838 w 2786063"/>
              <a:gd name="connsiteY5" fmla="*/ 42862 h 576262"/>
              <a:gd name="connsiteX6" fmla="*/ 261938 w 2786063"/>
              <a:gd name="connsiteY6" fmla="*/ 47625 h 576262"/>
              <a:gd name="connsiteX7" fmla="*/ 342900 w 2786063"/>
              <a:gd name="connsiteY7" fmla="*/ 57150 h 576262"/>
              <a:gd name="connsiteX8" fmla="*/ 466725 w 2786063"/>
              <a:gd name="connsiteY8" fmla="*/ 76200 h 576262"/>
              <a:gd name="connsiteX9" fmla="*/ 628650 w 2786063"/>
              <a:gd name="connsiteY9" fmla="*/ 95250 h 576262"/>
              <a:gd name="connsiteX10" fmla="*/ 695325 w 2786063"/>
              <a:gd name="connsiteY10" fmla="*/ 104775 h 576262"/>
              <a:gd name="connsiteX11" fmla="*/ 738188 w 2786063"/>
              <a:gd name="connsiteY11" fmla="*/ 114300 h 576262"/>
              <a:gd name="connsiteX12" fmla="*/ 785813 w 2786063"/>
              <a:gd name="connsiteY12" fmla="*/ 119062 h 576262"/>
              <a:gd name="connsiteX13" fmla="*/ 828675 w 2786063"/>
              <a:gd name="connsiteY13" fmla="*/ 123825 h 576262"/>
              <a:gd name="connsiteX14" fmla="*/ 876300 w 2786063"/>
              <a:gd name="connsiteY14" fmla="*/ 138112 h 576262"/>
              <a:gd name="connsiteX15" fmla="*/ 962025 w 2786063"/>
              <a:gd name="connsiteY15" fmla="*/ 147637 h 576262"/>
              <a:gd name="connsiteX16" fmla="*/ 1038225 w 2786063"/>
              <a:gd name="connsiteY16" fmla="*/ 161925 h 576262"/>
              <a:gd name="connsiteX17" fmla="*/ 1062038 w 2786063"/>
              <a:gd name="connsiteY17" fmla="*/ 166687 h 576262"/>
              <a:gd name="connsiteX18" fmla="*/ 1214438 w 2786063"/>
              <a:gd name="connsiteY18" fmla="*/ 180975 h 576262"/>
              <a:gd name="connsiteX19" fmla="*/ 1257300 w 2786063"/>
              <a:gd name="connsiteY19" fmla="*/ 185737 h 576262"/>
              <a:gd name="connsiteX20" fmla="*/ 1285875 w 2786063"/>
              <a:gd name="connsiteY20" fmla="*/ 190500 h 576262"/>
              <a:gd name="connsiteX21" fmla="*/ 1319213 w 2786063"/>
              <a:gd name="connsiteY21" fmla="*/ 195262 h 576262"/>
              <a:gd name="connsiteX22" fmla="*/ 1557338 w 2786063"/>
              <a:gd name="connsiteY22" fmla="*/ 209550 h 576262"/>
              <a:gd name="connsiteX23" fmla="*/ 1681163 w 2786063"/>
              <a:gd name="connsiteY23" fmla="*/ 219075 h 576262"/>
              <a:gd name="connsiteX24" fmla="*/ 1709738 w 2786063"/>
              <a:gd name="connsiteY24" fmla="*/ 223837 h 576262"/>
              <a:gd name="connsiteX25" fmla="*/ 1728788 w 2786063"/>
              <a:gd name="connsiteY25" fmla="*/ 228600 h 576262"/>
              <a:gd name="connsiteX26" fmla="*/ 1785938 w 2786063"/>
              <a:gd name="connsiteY26" fmla="*/ 233362 h 576262"/>
              <a:gd name="connsiteX27" fmla="*/ 1824038 w 2786063"/>
              <a:gd name="connsiteY27" fmla="*/ 238125 h 576262"/>
              <a:gd name="connsiteX28" fmla="*/ 1900238 w 2786063"/>
              <a:gd name="connsiteY28" fmla="*/ 252412 h 576262"/>
              <a:gd name="connsiteX29" fmla="*/ 1933575 w 2786063"/>
              <a:gd name="connsiteY29" fmla="*/ 257175 h 576262"/>
              <a:gd name="connsiteX30" fmla="*/ 2033588 w 2786063"/>
              <a:gd name="connsiteY30" fmla="*/ 271462 h 576262"/>
              <a:gd name="connsiteX31" fmla="*/ 2057400 w 2786063"/>
              <a:gd name="connsiteY31" fmla="*/ 276225 h 576262"/>
              <a:gd name="connsiteX32" fmla="*/ 2181225 w 2786063"/>
              <a:gd name="connsiteY32" fmla="*/ 290512 h 576262"/>
              <a:gd name="connsiteX33" fmla="*/ 2247900 w 2786063"/>
              <a:gd name="connsiteY33" fmla="*/ 300037 h 576262"/>
              <a:gd name="connsiteX34" fmla="*/ 2271713 w 2786063"/>
              <a:gd name="connsiteY34" fmla="*/ 304800 h 576262"/>
              <a:gd name="connsiteX35" fmla="*/ 2338388 w 2786063"/>
              <a:gd name="connsiteY35" fmla="*/ 314325 h 576262"/>
              <a:gd name="connsiteX36" fmla="*/ 2395538 w 2786063"/>
              <a:gd name="connsiteY36" fmla="*/ 319087 h 576262"/>
              <a:gd name="connsiteX37" fmla="*/ 2457450 w 2786063"/>
              <a:gd name="connsiteY37" fmla="*/ 328612 h 576262"/>
              <a:gd name="connsiteX38" fmla="*/ 2490788 w 2786063"/>
              <a:gd name="connsiteY38" fmla="*/ 333375 h 576262"/>
              <a:gd name="connsiteX39" fmla="*/ 2505075 w 2786063"/>
              <a:gd name="connsiteY39" fmla="*/ 338137 h 576262"/>
              <a:gd name="connsiteX40" fmla="*/ 2524125 w 2786063"/>
              <a:gd name="connsiteY40" fmla="*/ 342900 h 576262"/>
              <a:gd name="connsiteX41" fmla="*/ 2538413 w 2786063"/>
              <a:gd name="connsiteY41" fmla="*/ 352425 h 576262"/>
              <a:gd name="connsiteX42" fmla="*/ 2566988 w 2786063"/>
              <a:gd name="connsiteY42" fmla="*/ 361950 h 576262"/>
              <a:gd name="connsiteX43" fmla="*/ 2600325 w 2786063"/>
              <a:gd name="connsiteY43" fmla="*/ 381000 h 576262"/>
              <a:gd name="connsiteX44" fmla="*/ 2614613 w 2786063"/>
              <a:gd name="connsiteY44" fmla="*/ 390525 h 576262"/>
              <a:gd name="connsiteX45" fmla="*/ 2633663 w 2786063"/>
              <a:gd name="connsiteY45" fmla="*/ 400050 h 576262"/>
              <a:gd name="connsiteX46" fmla="*/ 2647950 w 2786063"/>
              <a:gd name="connsiteY46" fmla="*/ 414337 h 576262"/>
              <a:gd name="connsiteX47" fmla="*/ 2676525 w 2786063"/>
              <a:gd name="connsiteY47" fmla="*/ 433387 h 576262"/>
              <a:gd name="connsiteX48" fmla="*/ 2690813 w 2786063"/>
              <a:gd name="connsiteY48" fmla="*/ 442912 h 576262"/>
              <a:gd name="connsiteX49" fmla="*/ 2700338 w 2786063"/>
              <a:gd name="connsiteY49" fmla="*/ 457200 h 576262"/>
              <a:gd name="connsiteX50" fmla="*/ 2728913 w 2786063"/>
              <a:gd name="connsiteY50" fmla="*/ 485775 h 576262"/>
              <a:gd name="connsiteX51" fmla="*/ 2747963 w 2786063"/>
              <a:gd name="connsiteY51" fmla="*/ 514350 h 576262"/>
              <a:gd name="connsiteX52" fmla="*/ 2767013 w 2786063"/>
              <a:gd name="connsiteY52" fmla="*/ 542925 h 576262"/>
              <a:gd name="connsiteX53" fmla="*/ 2771775 w 2786063"/>
              <a:gd name="connsiteY53" fmla="*/ 557212 h 576262"/>
              <a:gd name="connsiteX54" fmla="*/ 2786063 w 2786063"/>
              <a:gd name="connsiteY54" fmla="*/ 576262 h 576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786063" h="576262">
                <a:moveTo>
                  <a:pt x="0" y="0"/>
                </a:moveTo>
                <a:cubicBezTo>
                  <a:pt x="26988" y="1587"/>
                  <a:pt x="54040" y="2314"/>
                  <a:pt x="80963" y="4762"/>
                </a:cubicBezTo>
                <a:cubicBezTo>
                  <a:pt x="90418" y="5622"/>
                  <a:pt x="109053" y="9997"/>
                  <a:pt x="119063" y="14287"/>
                </a:cubicBezTo>
                <a:cubicBezTo>
                  <a:pt x="125589" y="17084"/>
                  <a:pt x="131313" y="21772"/>
                  <a:pt x="138113" y="23812"/>
                </a:cubicBezTo>
                <a:cubicBezTo>
                  <a:pt x="147362" y="26587"/>
                  <a:pt x="157262" y="26480"/>
                  <a:pt x="166688" y="28575"/>
                </a:cubicBezTo>
                <a:cubicBezTo>
                  <a:pt x="185857" y="32835"/>
                  <a:pt x="204583" y="39011"/>
                  <a:pt x="223838" y="42862"/>
                </a:cubicBezTo>
                <a:cubicBezTo>
                  <a:pt x="236388" y="45372"/>
                  <a:pt x="249227" y="46130"/>
                  <a:pt x="261938" y="47625"/>
                </a:cubicBezTo>
                <a:cubicBezTo>
                  <a:pt x="366928" y="59977"/>
                  <a:pt x="246546" y="45105"/>
                  <a:pt x="342900" y="57150"/>
                </a:cubicBezTo>
                <a:cubicBezTo>
                  <a:pt x="434734" y="84699"/>
                  <a:pt x="343530" y="61267"/>
                  <a:pt x="466725" y="76200"/>
                </a:cubicBezTo>
                <a:cubicBezTo>
                  <a:pt x="669600" y="100791"/>
                  <a:pt x="426331" y="83348"/>
                  <a:pt x="628650" y="95250"/>
                </a:cubicBezTo>
                <a:cubicBezTo>
                  <a:pt x="650875" y="98425"/>
                  <a:pt x="673409" y="99905"/>
                  <a:pt x="695325" y="104775"/>
                </a:cubicBezTo>
                <a:cubicBezTo>
                  <a:pt x="709613" y="107950"/>
                  <a:pt x="723731" y="112017"/>
                  <a:pt x="738188" y="114300"/>
                </a:cubicBezTo>
                <a:cubicBezTo>
                  <a:pt x="753947" y="116788"/>
                  <a:pt x="769947" y="117392"/>
                  <a:pt x="785813" y="119062"/>
                </a:cubicBezTo>
                <a:lnTo>
                  <a:pt x="828675" y="123825"/>
                </a:lnTo>
                <a:cubicBezTo>
                  <a:pt x="844550" y="128587"/>
                  <a:pt x="860121" y="134517"/>
                  <a:pt x="876300" y="138112"/>
                </a:cubicBezTo>
                <a:cubicBezTo>
                  <a:pt x="887341" y="140566"/>
                  <a:pt x="955129" y="146947"/>
                  <a:pt x="962025" y="147637"/>
                </a:cubicBezTo>
                <a:lnTo>
                  <a:pt x="1038225" y="161925"/>
                </a:lnTo>
                <a:cubicBezTo>
                  <a:pt x="1046177" y="163440"/>
                  <a:pt x="1053971" y="166015"/>
                  <a:pt x="1062038" y="166687"/>
                </a:cubicBezTo>
                <a:cubicBezTo>
                  <a:pt x="1139254" y="173122"/>
                  <a:pt x="1119749" y="171180"/>
                  <a:pt x="1214438" y="180975"/>
                </a:cubicBezTo>
                <a:cubicBezTo>
                  <a:pt x="1228737" y="182454"/>
                  <a:pt x="1243051" y="183837"/>
                  <a:pt x="1257300" y="185737"/>
                </a:cubicBezTo>
                <a:cubicBezTo>
                  <a:pt x="1266872" y="187013"/>
                  <a:pt x="1276331" y="189032"/>
                  <a:pt x="1285875" y="190500"/>
                </a:cubicBezTo>
                <a:cubicBezTo>
                  <a:pt x="1296970" y="192207"/>
                  <a:pt x="1308100" y="193675"/>
                  <a:pt x="1319213" y="195262"/>
                </a:cubicBezTo>
                <a:cubicBezTo>
                  <a:pt x="1410136" y="231632"/>
                  <a:pt x="1328068" y="202033"/>
                  <a:pt x="1557338" y="209550"/>
                </a:cubicBezTo>
                <a:cubicBezTo>
                  <a:pt x="1588249" y="210563"/>
                  <a:pt x="1646588" y="214753"/>
                  <a:pt x="1681163" y="219075"/>
                </a:cubicBezTo>
                <a:cubicBezTo>
                  <a:pt x="1690745" y="220273"/>
                  <a:pt x="1700269" y="221943"/>
                  <a:pt x="1709738" y="223837"/>
                </a:cubicBezTo>
                <a:cubicBezTo>
                  <a:pt x="1716156" y="225121"/>
                  <a:pt x="1722293" y="227788"/>
                  <a:pt x="1728788" y="228600"/>
                </a:cubicBezTo>
                <a:cubicBezTo>
                  <a:pt x="1747756" y="230971"/>
                  <a:pt x="1766917" y="231460"/>
                  <a:pt x="1785938" y="233362"/>
                </a:cubicBezTo>
                <a:cubicBezTo>
                  <a:pt x="1798673" y="234636"/>
                  <a:pt x="1811338" y="236537"/>
                  <a:pt x="1824038" y="238125"/>
                </a:cubicBezTo>
                <a:cubicBezTo>
                  <a:pt x="1870717" y="253685"/>
                  <a:pt x="1837906" y="245079"/>
                  <a:pt x="1900238" y="252412"/>
                </a:cubicBezTo>
                <a:cubicBezTo>
                  <a:pt x="1911386" y="253724"/>
                  <a:pt x="1922448" y="255691"/>
                  <a:pt x="1933575" y="257175"/>
                </a:cubicBezTo>
                <a:cubicBezTo>
                  <a:pt x="1989536" y="264637"/>
                  <a:pt x="1963688" y="259812"/>
                  <a:pt x="2033588" y="271462"/>
                </a:cubicBezTo>
                <a:cubicBezTo>
                  <a:pt x="2041572" y="272793"/>
                  <a:pt x="2049376" y="275155"/>
                  <a:pt x="2057400" y="276225"/>
                </a:cubicBezTo>
                <a:cubicBezTo>
                  <a:pt x="2102518" y="282241"/>
                  <a:pt x="2134082" y="281083"/>
                  <a:pt x="2181225" y="290512"/>
                </a:cubicBezTo>
                <a:cubicBezTo>
                  <a:pt x="2235060" y="301280"/>
                  <a:pt x="2168710" y="288724"/>
                  <a:pt x="2247900" y="300037"/>
                </a:cubicBezTo>
                <a:cubicBezTo>
                  <a:pt x="2255914" y="301182"/>
                  <a:pt x="2263717" y="303537"/>
                  <a:pt x="2271713" y="304800"/>
                </a:cubicBezTo>
                <a:cubicBezTo>
                  <a:pt x="2293889" y="308302"/>
                  <a:pt x="2316085" y="311752"/>
                  <a:pt x="2338388" y="314325"/>
                </a:cubicBezTo>
                <a:cubicBezTo>
                  <a:pt x="2357378" y="316516"/>
                  <a:pt x="2376527" y="317086"/>
                  <a:pt x="2395538" y="319087"/>
                </a:cubicBezTo>
                <a:cubicBezTo>
                  <a:pt x="2417372" y="321385"/>
                  <a:pt x="2435921" y="325300"/>
                  <a:pt x="2457450" y="328612"/>
                </a:cubicBezTo>
                <a:cubicBezTo>
                  <a:pt x="2468545" y="330319"/>
                  <a:pt x="2479675" y="331787"/>
                  <a:pt x="2490788" y="333375"/>
                </a:cubicBezTo>
                <a:cubicBezTo>
                  <a:pt x="2495550" y="334962"/>
                  <a:pt x="2500248" y="336758"/>
                  <a:pt x="2505075" y="338137"/>
                </a:cubicBezTo>
                <a:cubicBezTo>
                  <a:pt x="2511369" y="339935"/>
                  <a:pt x="2518109" y="340322"/>
                  <a:pt x="2524125" y="342900"/>
                </a:cubicBezTo>
                <a:cubicBezTo>
                  <a:pt x="2529386" y="345155"/>
                  <a:pt x="2533182" y="350100"/>
                  <a:pt x="2538413" y="352425"/>
                </a:cubicBezTo>
                <a:cubicBezTo>
                  <a:pt x="2547588" y="356503"/>
                  <a:pt x="2558634" y="356381"/>
                  <a:pt x="2566988" y="361950"/>
                </a:cubicBezTo>
                <a:cubicBezTo>
                  <a:pt x="2601790" y="385152"/>
                  <a:pt x="2558037" y="356836"/>
                  <a:pt x="2600325" y="381000"/>
                </a:cubicBezTo>
                <a:cubicBezTo>
                  <a:pt x="2605295" y="383840"/>
                  <a:pt x="2609643" y="387685"/>
                  <a:pt x="2614613" y="390525"/>
                </a:cubicBezTo>
                <a:cubicBezTo>
                  <a:pt x="2620777" y="394047"/>
                  <a:pt x="2627886" y="395924"/>
                  <a:pt x="2633663" y="400050"/>
                </a:cubicBezTo>
                <a:cubicBezTo>
                  <a:pt x="2639143" y="403965"/>
                  <a:pt x="2642634" y="410202"/>
                  <a:pt x="2647950" y="414337"/>
                </a:cubicBezTo>
                <a:cubicBezTo>
                  <a:pt x="2656986" y="421365"/>
                  <a:pt x="2667000" y="427037"/>
                  <a:pt x="2676525" y="433387"/>
                </a:cubicBezTo>
                <a:lnTo>
                  <a:pt x="2690813" y="442912"/>
                </a:lnTo>
                <a:cubicBezTo>
                  <a:pt x="2693988" y="447675"/>
                  <a:pt x="2696535" y="452922"/>
                  <a:pt x="2700338" y="457200"/>
                </a:cubicBezTo>
                <a:cubicBezTo>
                  <a:pt x="2709287" y="467268"/>
                  <a:pt x="2728913" y="485775"/>
                  <a:pt x="2728913" y="485775"/>
                </a:cubicBezTo>
                <a:cubicBezTo>
                  <a:pt x="2738020" y="513099"/>
                  <a:pt x="2727153" y="487594"/>
                  <a:pt x="2747963" y="514350"/>
                </a:cubicBezTo>
                <a:cubicBezTo>
                  <a:pt x="2754991" y="523386"/>
                  <a:pt x="2767013" y="542925"/>
                  <a:pt x="2767013" y="542925"/>
                </a:cubicBezTo>
                <a:cubicBezTo>
                  <a:pt x="2768600" y="547687"/>
                  <a:pt x="2769530" y="552722"/>
                  <a:pt x="2771775" y="557212"/>
                </a:cubicBezTo>
                <a:cubicBezTo>
                  <a:pt x="2777161" y="567985"/>
                  <a:pt x="2779364" y="569564"/>
                  <a:pt x="2786063" y="576262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3" name="직선 연결선 72"/>
          <p:cNvCxnSpPr/>
          <p:nvPr/>
        </p:nvCxnSpPr>
        <p:spPr>
          <a:xfrm rot="10800000" flipV="1">
            <a:off x="2500298" y="500042"/>
            <a:ext cx="3143272" cy="28575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285852" y="2857496"/>
            <a:ext cx="3129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CI</a:t>
            </a:r>
            <a:endParaRPr lang="ko-KR" altLang="en-US" sz="1100" dirty="0"/>
          </a:p>
        </p:txBody>
      </p:sp>
      <p:sp>
        <p:nvSpPr>
          <p:cNvPr id="75" name="TextBox 74"/>
          <p:cNvSpPr txBox="1"/>
          <p:nvPr/>
        </p:nvSpPr>
        <p:spPr>
          <a:xfrm>
            <a:off x="6500826" y="1428736"/>
            <a:ext cx="3754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CD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02148"/>
            <a:ext cx="22251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*</a:t>
            </a:r>
            <a:r>
              <a:rPr lang="ko-KR" altLang="en-US" dirty="0"/>
              <a:t>공유폴더</a:t>
            </a:r>
            <a:r>
              <a:rPr lang="en-US" altLang="ko-KR" dirty="0"/>
              <a:t> </a:t>
            </a:r>
            <a:r>
              <a:rPr lang="ko-KR" altLang="en-US" dirty="0"/>
              <a:t>접속</a:t>
            </a:r>
            <a:endParaRPr lang="en-US" altLang="ko-KR" dirty="0"/>
          </a:p>
          <a:p>
            <a:r>
              <a:rPr lang="en-US" altLang="ko-KR" dirty="0"/>
              <a:t>  windows key + r :</a:t>
            </a:r>
          </a:p>
          <a:p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000108"/>
            <a:ext cx="1517707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화살표 연결선 5"/>
          <p:cNvCxnSpPr/>
          <p:nvPr/>
        </p:nvCxnSpPr>
        <p:spPr>
          <a:xfrm rot="10800000" flipV="1">
            <a:off x="857224" y="1000108"/>
            <a:ext cx="1643074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00298" y="785794"/>
            <a:ext cx="1771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\\192.168.10.68</a:t>
            </a:r>
            <a:endParaRPr lang="ko-KR" alt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214282" y="2000240"/>
            <a:ext cx="811042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*</a:t>
            </a:r>
            <a:r>
              <a:rPr lang="ko-KR" altLang="en-US" sz="1600" dirty="0"/>
              <a:t>수업 순서</a:t>
            </a:r>
            <a:endParaRPr lang="en-US" altLang="ko-KR" sz="1600" dirty="0"/>
          </a:p>
          <a:p>
            <a:r>
              <a:rPr lang="en-US" altLang="ko-KR" sz="1600" dirty="0"/>
              <a:t> Java SE &gt; DBMS &gt; JDBC &gt; </a:t>
            </a:r>
            <a:r>
              <a:rPr lang="en-US" altLang="ko-KR" sz="1600" b="1" dirty="0"/>
              <a:t>Windows Application</a:t>
            </a:r>
            <a:r>
              <a:rPr lang="ko-KR" altLang="en-US" sz="1600" b="1" dirty="0"/>
              <a:t>개발 </a:t>
            </a:r>
            <a:r>
              <a:rPr lang="en-US" altLang="ko-KR" sz="1600" b="1" dirty="0"/>
              <a:t>Project </a:t>
            </a:r>
            <a:r>
              <a:rPr lang="en-US" altLang="ko-KR" sz="1600" dirty="0"/>
              <a:t>&gt; </a:t>
            </a:r>
          </a:p>
          <a:p>
            <a:r>
              <a:rPr lang="en-US" altLang="ko-KR" sz="1600" dirty="0"/>
              <a:t>  Front-End( HTML, CSS, JavaScript ( </a:t>
            </a:r>
            <a:r>
              <a:rPr lang="en-US" altLang="ko-KR" sz="1600" dirty="0" err="1"/>
              <a:t>jQuery</a:t>
            </a:r>
            <a:r>
              <a:rPr lang="en-US" altLang="ko-KR" sz="1600" dirty="0"/>
              <a:t>, Vue.js )) &gt;</a:t>
            </a:r>
          </a:p>
          <a:p>
            <a:r>
              <a:rPr lang="en-US" altLang="ko-KR" sz="1600" dirty="0"/>
              <a:t>  Back-end ( Java EE (</a:t>
            </a:r>
            <a:r>
              <a:rPr lang="en-US" altLang="ko-KR" sz="1600" dirty="0" err="1"/>
              <a:t>Servlet</a:t>
            </a:r>
            <a:r>
              <a:rPr lang="en-US" altLang="ko-KR" sz="1600" dirty="0"/>
              <a:t>/JSP)) &gt; AJAX, AXIOS &gt; </a:t>
            </a:r>
            <a:r>
              <a:rPr lang="en-US" altLang="ko-KR" sz="1600" b="1" dirty="0"/>
              <a:t>Model 1</a:t>
            </a:r>
            <a:r>
              <a:rPr lang="ko-KR" altLang="en-US" sz="1600" b="1" dirty="0"/>
              <a:t>개발 </a:t>
            </a:r>
            <a:r>
              <a:rPr lang="en-US" altLang="ko-KR" sz="1600" b="1" dirty="0"/>
              <a:t>Project</a:t>
            </a:r>
          </a:p>
          <a:p>
            <a:r>
              <a:rPr lang="en-US" altLang="ko-KR" sz="1600" dirty="0"/>
              <a:t>  &gt; Framework ( </a:t>
            </a:r>
            <a:r>
              <a:rPr lang="en-US" altLang="ko-KR" sz="1600" dirty="0" err="1"/>
              <a:t>MyBatis</a:t>
            </a:r>
            <a:r>
              <a:rPr lang="en-US" altLang="ko-KR" sz="1600" dirty="0"/>
              <a:t>, Spring Framework) &gt; </a:t>
            </a:r>
            <a:r>
              <a:rPr lang="en-US" altLang="ko-KR" sz="1600" b="1" dirty="0"/>
              <a:t>Model 2 </a:t>
            </a:r>
            <a:r>
              <a:rPr lang="ko-KR" altLang="en-US" sz="1600" b="1" dirty="0"/>
              <a:t>개발 </a:t>
            </a:r>
            <a:r>
              <a:rPr lang="en-US" altLang="ko-KR" sz="1600" b="1" dirty="0"/>
              <a:t>Project </a:t>
            </a:r>
            <a:r>
              <a:rPr lang="en-US" altLang="ko-KR" sz="1600" dirty="0"/>
              <a:t>&gt;</a:t>
            </a:r>
          </a:p>
          <a:p>
            <a:r>
              <a:rPr lang="en-US" altLang="ko-KR" sz="1600" dirty="0"/>
              <a:t> AWS &gt; CI/CD( Jenkins, </a:t>
            </a:r>
            <a:r>
              <a:rPr lang="en-US" altLang="ko-KR" sz="1600" dirty="0" err="1"/>
              <a:t>Docker</a:t>
            </a:r>
            <a:r>
              <a:rPr lang="en-US" altLang="ko-KR" sz="1600" dirty="0"/>
              <a:t>, K8S)</a:t>
            </a:r>
          </a:p>
          <a:p>
            <a:endParaRPr lang="en-US" altLang="ko-KR" sz="1600" dirty="0"/>
          </a:p>
          <a:p>
            <a:r>
              <a:rPr lang="en-US" altLang="ko-KR" sz="1600" dirty="0"/>
              <a:t>*Java SE (Standard Edition )</a:t>
            </a:r>
          </a:p>
          <a:p>
            <a:r>
              <a:rPr lang="en-US" altLang="ko-KR" sz="1600" dirty="0"/>
              <a:t> -</a:t>
            </a:r>
            <a:r>
              <a:rPr lang="ko-KR" altLang="en-US" sz="1600" dirty="0"/>
              <a:t>기본문법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 형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제어문</a:t>
            </a:r>
            <a:r>
              <a:rPr lang="en-US" altLang="ko-KR" sz="1600" dirty="0"/>
              <a:t>, </a:t>
            </a:r>
            <a:r>
              <a:rPr lang="ko-KR" altLang="en-US" sz="1600" dirty="0"/>
              <a:t>변수</a:t>
            </a:r>
            <a:r>
              <a:rPr lang="en-US" altLang="ko-KR" sz="1600" dirty="0"/>
              <a:t>( instance variable, static variable, local variable),</a:t>
            </a:r>
          </a:p>
          <a:p>
            <a:r>
              <a:rPr lang="en-US" altLang="ko-KR" sz="1600" dirty="0"/>
              <a:t>  method ( instance method, static method), OOP , class, String , array,</a:t>
            </a:r>
          </a:p>
          <a:p>
            <a:r>
              <a:rPr lang="en-US" altLang="ko-KR" sz="1600" dirty="0"/>
              <a:t>  JCF ( Collection ( </a:t>
            </a:r>
            <a:r>
              <a:rPr lang="en-US" altLang="ko-KR" sz="1600" dirty="0" err="1"/>
              <a:t>List,Set</a:t>
            </a:r>
            <a:r>
              <a:rPr lang="en-US" altLang="ko-KR" sz="1600" dirty="0"/>
              <a:t>), Map ), JFC (Swing), Event Handling,  Exception Handling,</a:t>
            </a:r>
          </a:p>
          <a:p>
            <a:r>
              <a:rPr lang="en-US" altLang="ko-KR" sz="1600" dirty="0"/>
              <a:t>  IO Stream, Network, Thread</a:t>
            </a:r>
          </a:p>
          <a:p>
            <a:endParaRPr lang="en-US" altLang="ko-KR" sz="1600" dirty="0"/>
          </a:p>
          <a:p>
            <a:r>
              <a:rPr lang="en-US" altLang="ko-KR" sz="1600" dirty="0"/>
              <a:t>*Oracle DBMS</a:t>
            </a:r>
          </a:p>
          <a:p>
            <a:endParaRPr lang="en-US" altLang="ko-KR" sz="1600" dirty="0"/>
          </a:p>
          <a:p>
            <a:r>
              <a:rPr lang="en-US" altLang="ko-KR" sz="1600" dirty="0"/>
              <a:t>*JDBC</a:t>
            </a:r>
          </a:p>
          <a:p>
            <a:pPr>
              <a:buFont typeface="Arial" charset="0"/>
              <a:buChar char="•"/>
            </a:pPr>
            <a:endParaRPr lang="en-US" altLang="ko-KR" sz="1600" dirty="0"/>
          </a:p>
          <a:p>
            <a:r>
              <a:rPr lang="en-US" altLang="ko-KR" sz="1600" dirty="0"/>
              <a:t>*Windows Application Project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02148"/>
            <a:ext cx="4453463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 err="1"/>
              <a:t>개발킷</a:t>
            </a:r>
            <a:r>
              <a:rPr lang="ko-KR" altLang="en-US" dirty="0"/>
              <a:t> 설치</a:t>
            </a:r>
            <a:endParaRPr lang="en-US" altLang="ko-KR" dirty="0"/>
          </a:p>
          <a:p>
            <a:r>
              <a:rPr lang="en-US" altLang="ko-KR" sz="1600" dirty="0"/>
              <a:t> - JDK </a:t>
            </a:r>
            <a:r>
              <a:rPr lang="ko-KR" altLang="en-US" sz="1600" dirty="0"/>
              <a:t>다운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  *</a:t>
            </a:r>
            <a:r>
              <a:rPr lang="ko-KR" altLang="en-US" sz="1600" b="1" dirty="0"/>
              <a:t>유료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 </a:t>
            </a:r>
            <a:r>
              <a:rPr lang="en-US" altLang="ko-KR" sz="1600" dirty="0"/>
              <a:t>http://java.sun.com</a:t>
            </a:r>
          </a:p>
          <a:p>
            <a:r>
              <a:rPr lang="en-US" altLang="ko-KR" sz="1600" dirty="0"/>
              <a:t>     ( Oracle JDK -  </a:t>
            </a:r>
            <a:r>
              <a:rPr lang="ko-KR" altLang="en-US" sz="1600" dirty="0"/>
              <a:t>추후 업데이트가 가능</a:t>
            </a:r>
            <a:r>
              <a:rPr lang="en-US" altLang="ko-KR" sz="1600" dirty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/>
              <a:t>  *</a:t>
            </a:r>
            <a:r>
              <a:rPr lang="ko-KR" altLang="en-US" sz="1600" b="1" dirty="0"/>
              <a:t>무료</a:t>
            </a:r>
            <a:r>
              <a:rPr lang="ko-KR" altLang="en-US" sz="1600" dirty="0"/>
              <a:t> </a:t>
            </a:r>
            <a:r>
              <a:rPr lang="en-US" altLang="ko-KR" sz="1600" dirty="0"/>
              <a:t>: github.com</a:t>
            </a:r>
            <a:r>
              <a:rPr lang="ko-KR" altLang="en-US" sz="1600" dirty="0"/>
              <a:t>에서 </a:t>
            </a:r>
            <a:r>
              <a:rPr lang="en-US" altLang="ko-KR" sz="1600" dirty="0" err="1"/>
              <a:t>ojdkbuild</a:t>
            </a:r>
            <a:r>
              <a:rPr lang="en-US" altLang="ko-KR" sz="1600" dirty="0"/>
              <a:t> </a:t>
            </a:r>
            <a:r>
              <a:rPr lang="ko-KR" altLang="en-US" sz="1600" dirty="0"/>
              <a:t>다운 </a:t>
            </a:r>
            <a:endParaRPr lang="en-US" altLang="ko-KR" sz="1600" dirty="0"/>
          </a:p>
          <a:p>
            <a:r>
              <a:rPr lang="en-US" altLang="ko-KR" sz="1600" dirty="0"/>
              <a:t>    (Open JDK – </a:t>
            </a:r>
            <a:r>
              <a:rPr lang="ko-KR" altLang="en-US" sz="1600" dirty="0"/>
              <a:t>추후 업데이트 제공되지 않음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3438" y="428604"/>
            <a:ext cx="1714512" cy="1899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직선 화살표 연결선 7"/>
          <p:cNvCxnSpPr/>
          <p:nvPr/>
        </p:nvCxnSpPr>
        <p:spPr>
          <a:xfrm flipV="1">
            <a:off x="3071802" y="642918"/>
            <a:ext cx="1643074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2643182"/>
            <a:ext cx="4413542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직선 화살표 연결선 9"/>
          <p:cNvCxnSpPr/>
          <p:nvPr/>
        </p:nvCxnSpPr>
        <p:spPr>
          <a:xfrm rot="16200000" flipH="1">
            <a:off x="4500562" y="2714620"/>
            <a:ext cx="857256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rot="10800000" flipV="1">
            <a:off x="3571868" y="3429000"/>
            <a:ext cx="1357322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폭발 2 12"/>
          <p:cNvSpPr/>
          <p:nvPr/>
        </p:nvSpPr>
        <p:spPr>
          <a:xfrm>
            <a:off x="5286380" y="3286124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폭발 2 13"/>
          <p:cNvSpPr/>
          <p:nvPr/>
        </p:nvSpPr>
        <p:spPr>
          <a:xfrm>
            <a:off x="3357554" y="3786190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348" y="4714884"/>
            <a:ext cx="3000396" cy="1726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7" name="직선 화살표 연결선 16"/>
          <p:cNvCxnSpPr/>
          <p:nvPr/>
        </p:nvCxnSpPr>
        <p:spPr>
          <a:xfrm rot="10800000" flipV="1">
            <a:off x="2357422" y="5786454"/>
            <a:ext cx="1500198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57620" y="5572140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무설치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배포판</a:t>
            </a:r>
            <a:endParaRPr lang="ko-KR" altLang="en-US" sz="1400" dirty="0"/>
          </a:p>
        </p:txBody>
      </p:sp>
      <p:cxnSp>
        <p:nvCxnSpPr>
          <p:cNvPr id="20" name="직선 화살표 연결선 19"/>
          <p:cNvCxnSpPr>
            <a:stCxn id="21" idx="1"/>
          </p:cNvCxnSpPr>
          <p:nvPr/>
        </p:nvCxnSpPr>
        <p:spPr>
          <a:xfrm rot="10800000" flipV="1">
            <a:off x="2428860" y="6083219"/>
            <a:ext cx="1500198" cy="2747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929058" y="5929330"/>
            <a:ext cx="1324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설치 </a:t>
            </a:r>
            <a:r>
              <a:rPr lang="ko-KR" altLang="en-US" sz="1400" dirty="0" err="1"/>
              <a:t>배포판</a:t>
            </a:r>
            <a:endParaRPr lang="ko-KR" altLang="en-US" sz="1400" dirty="0"/>
          </a:p>
        </p:txBody>
      </p:sp>
      <p:sp>
        <p:nvSpPr>
          <p:cNvPr id="24" name="폭발 2 23"/>
          <p:cNvSpPr/>
          <p:nvPr/>
        </p:nvSpPr>
        <p:spPr>
          <a:xfrm>
            <a:off x="1857356" y="6286520"/>
            <a:ext cx="357190" cy="21431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02148"/>
            <a:ext cx="6380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*Open JDK</a:t>
            </a:r>
            <a:r>
              <a:rPr lang="ko-KR" altLang="en-US" dirty="0"/>
              <a:t>설치  </a:t>
            </a:r>
            <a:r>
              <a:rPr lang="en-US" altLang="ko-KR" dirty="0"/>
              <a:t>&gt; </a:t>
            </a:r>
            <a:r>
              <a:rPr lang="ko-KR" altLang="en-US" dirty="0"/>
              <a:t>환경변수 설정  </a:t>
            </a:r>
            <a:r>
              <a:rPr lang="en-US" altLang="ko-KR" dirty="0"/>
              <a:t>( </a:t>
            </a:r>
            <a:r>
              <a:rPr lang="en-US" altLang="ko-KR" dirty="0" err="1"/>
              <a:t>windows+pause</a:t>
            </a:r>
            <a:r>
              <a:rPr lang="en-US" altLang="ko-KR" dirty="0"/>
              <a:t> break)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857232"/>
            <a:ext cx="4318961" cy="2778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화살표 연결선 5"/>
          <p:cNvCxnSpPr/>
          <p:nvPr/>
        </p:nvCxnSpPr>
        <p:spPr>
          <a:xfrm rot="10800000" flipV="1">
            <a:off x="4500562" y="500042"/>
            <a:ext cx="1428760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폭발 2 6"/>
          <p:cNvSpPr/>
          <p:nvPr/>
        </p:nvSpPr>
        <p:spPr>
          <a:xfrm>
            <a:off x="3714744" y="3357562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>
            <a:stCxn id="7" idx="0"/>
          </p:cNvCxnSpPr>
          <p:nvPr/>
        </p:nvCxnSpPr>
        <p:spPr>
          <a:xfrm rot="16200000" flipV="1">
            <a:off x="3435263" y="2994101"/>
            <a:ext cx="369672" cy="3822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폭발 2 9"/>
          <p:cNvSpPr/>
          <p:nvPr/>
        </p:nvSpPr>
        <p:spPr>
          <a:xfrm>
            <a:off x="3286116" y="2857496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 rot="10800000">
            <a:off x="857224" y="1142984"/>
            <a:ext cx="2357454" cy="17859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폭발 2 12"/>
          <p:cNvSpPr/>
          <p:nvPr/>
        </p:nvSpPr>
        <p:spPr>
          <a:xfrm>
            <a:off x="357158" y="1214422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폭발 2 13"/>
          <p:cNvSpPr/>
          <p:nvPr/>
        </p:nvSpPr>
        <p:spPr>
          <a:xfrm>
            <a:off x="342869" y="1400158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/>
          <p:cNvCxnSpPr/>
          <p:nvPr/>
        </p:nvCxnSpPr>
        <p:spPr>
          <a:xfrm rot="10800000">
            <a:off x="2000232" y="1285860"/>
            <a:ext cx="3071834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00628" y="1571612"/>
            <a:ext cx="324479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*XXX_HOME : </a:t>
            </a:r>
            <a:r>
              <a:rPr lang="ko-KR" altLang="en-US" sz="1400" dirty="0"/>
              <a:t>프로그램 끼리 경로를</a:t>
            </a:r>
            <a:endParaRPr lang="en-US" altLang="ko-KR" sz="1400" dirty="0"/>
          </a:p>
          <a:p>
            <a:r>
              <a:rPr lang="en-US" altLang="ko-KR" sz="1400" dirty="0"/>
              <a:t>   </a:t>
            </a:r>
            <a:r>
              <a:rPr lang="ko-KR" altLang="en-US" sz="1400" dirty="0"/>
              <a:t>참조하기 위해서 설정하는 </a:t>
            </a:r>
            <a:r>
              <a:rPr lang="en-US" altLang="ko-KR" sz="1400" dirty="0"/>
              <a:t>PATH</a:t>
            </a:r>
          </a:p>
          <a:p>
            <a:endParaRPr lang="en-US" altLang="ko-KR" sz="1400" dirty="0"/>
          </a:p>
          <a:p>
            <a:r>
              <a:rPr lang="en-US" altLang="ko-KR" sz="1400" dirty="0"/>
              <a:t>JAVA_HOME </a:t>
            </a:r>
          </a:p>
          <a:p>
            <a:r>
              <a:rPr lang="en-US" altLang="ko-KR" sz="1400" dirty="0"/>
              <a:t>C:\dev\java-17-openjdk-17.0.3.0.6-1</a:t>
            </a:r>
          </a:p>
          <a:p>
            <a:endParaRPr lang="en-US" altLang="ko-KR" sz="1400" dirty="0"/>
          </a:p>
          <a:p>
            <a:r>
              <a:rPr lang="en-US" altLang="ko-KR" sz="1400" dirty="0"/>
              <a:t>PATH </a:t>
            </a:r>
            <a:r>
              <a:rPr lang="ko-KR" altLang="en-US" sz="1400" dirty="0"/>
              <a:t>추가 </a:t>
            </a:r>
            <a:endParaRPr lang="en-US" altLang="ko-KR" sz="1400" dirty="0"/>
          </a:p>
          <a:p>
            <a:r>
              <a:rPr lang="en-US" altLang="ko-KR" sz="1400" dirty="0"/>
              <a:t>( </a:t>
            </a:r>
            <a:r>
              <a:rPr lang="ko-KR" altLang="en-US" sz="1400" dirty="0"/>
              <a:t>설치된 프로그램을 경로에 상관없이 </a:t>
            </a:r>
            <a:endParaRPr lang="en-US" altLang="ko-KR" sz="1400" dirty="0"/>
          </a:p>
          <a:p>
            <a:r>
              <a:rPr lang="en-US" altLang="ko-KR" sz="1400" dirty="0"/>
              <a:t>   </a:t>
            </a:r>
            <a:r>
              <a:rPr lang="ko-KR" altLang="en-US" sz="1400" dirty="0" err="1"/>
              <a:t>사용하기위해서</a:t>
            </a:r>
            <a:r>
              <a:rPr lang="ko-KR" altLang="en-US" sz="1400" dirty="0"/>
              <a:t> 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%JAVA_HOME%\bin</a:t>
            </a:r>
            <a:endParaRPr lang="ko-KR" alt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71406" y="4143380"/>
            <a:ext cx="67287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*JAVA</a:t>
            </a:r>
            <a:r>
              <a:rPr lang="ko-KR" altLang="en-US" sz="1600" dirty="0"/>
              <a:t>는 </a:t>
            </a:r>
            <a:r>
              <a:rPr lang="en-US" altLang="ko-KR" sz="1600" dirty="0"/>
              <a:t>CUI ( Character User Interface)</a:t>
            </a:r>
          </a:p>
          <a:p>
            <a:r>
              <a:rPr lang="en-US" altLang="ko-KR" sz="1600" dirty="0"/>
              <a:t>  DOS</a:t>
            </a:r>
            <a:r>
              <a:rPr lang="ko-KR" altLang="en-US" sz="1600" dirty="0"/>
              <a:t>창을 열고 명령문을 쳐서 일을 하는 환경 </a:t>
            </a:r>
            <a:r>
              <a:rPr lang="en-US" altLang="ko-KR" sz="1600" dirty="0"/>
              <a:t>&gt;</a:t>
            </a:r>
            <a:r>
              <a:rPr lang="ko-KR" altLang="en-US" sz="1600" dirty="0"/>
              <a:t> </a:t>
            </a:r>
            <a:r>
              <a:rPr lang="en-US" altLang="ko-KR" sz="1600" dirty="0"/>
              <a:t>PATH</a:t>
            </a:r>
            <a:r>
              <a:rPr lang="ko-KR" altLang="en-US" sz="1600" dirty="0"/>
              <a:t>설정</a:t>
            </a:r>
            <a:r>
              <a:rPr lang="en-US" altLang="ko-KR" sz="1600" dirty="0"/>
              <a:t>(</a:t>
            </a:r>
            <a:r>
              <a:rPr lang="ko-KR" altLang="en-US" sz="1600" dirty="0"/>
              <a:t>경로 설정</a:t>
            </a:r>
            <a:r>
              <a:rPr lang="en-US" altLang="ko-KR" sz="1600" dirty="0"/>
              <a:t>) </a:t>
            </a:r>
            <a:endParaRPr lang="ko-KR" altLang="en-US" sz="16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4786322"/>
            <a:ext cx="5572164" cy="1030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0214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642918"/>
            <a:ext cx="4357718" cy="213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화살표 연결선 5"/>
          <p:cNvCxnSpPr/>
          <p:nvPr/>
        </p:nvCxnSpPr>
        <p:spPr>
          <a:xfrm rot="10800000" flipV="1">
            <a:off x="2786050" y="1643050"/>
            <a:ext cx="2571768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57818" y="1428736"/>
            <a:ext cx="2946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프로그램은 기본적으로</a:t>
            </a:r>
            <a:endParaRPr lang="en-US" altLang="ko-KR" sz="1200" dirty="0"/>
          </a:p>
          <a:p>
            <a:r>
              <a:rPr lang="ko-KR" altLang="en-US" sz="1200" dirty="0"/>
              <a:t>설치된 </a:t>
            </a:r>
            <a:r>
              <a:rPr lang="en-US" altLang="ko-KR" sz="1200" dirty="0"/>
              <a:t>directory</a:t>
            </a:r>
            <a:r>
              <a:rPr lang="ko-KR" altLang="en-US" sz="1200" dirty="0"/>
              <a:t>안에서만 </a:t>
            </a:r>
            <a:r>
              <a:rPr lang="ko-KR" altLang="en-US" sz="1200" dirty="0" err="1"/>
              <a:t>사용가능하다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cxnSp>
        <p:nvCxnSpPr>
          <p:cNvPr id="9" name="직선 화살표 연결선 8"/>
          <p:cNvCxnSpPr/>
          <p:nvPr/>
        </p:nvCxnSpPr>
        <p:spPr>
          <a:xfrm rot="10800000" flipV="1">
            <a:off x="1214414" y="357166"/>
            <a:ext cx="2857520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43372" y="142852"/>
            <a:ext cx="49728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설치되어 있지 않은 </a:t>
            </a:r>
            <a:r>
              <a:rPr lang="en-US" altLang="ko-KR" sz="1200" dirty="0"/>
              <a:t>directory</a:t>
            </a:r>
            <a:r>
              <a:rPr lang="ko-KR" altLang="en-US" sz="1200" dirty="0"/>
              <a:t>안에서만 사용 불가능하다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&gt; </a:t>
            </a:r>
            <a:r>
              <a:rPr lang="ko-KR" altLang="en-US" sz="1200" dirty="0"/>
              <a:t>설치된 </a:t>
            </a:r>
            <a:r>
              <a:rPr lang="en-US" altLang="ko-KR" sz="1200" dirty="0"/>
              <a:t>directory</a:t>
            </a:r>
            <a:r>
              <a:rPr lang="ko-KR" altLang="en-US" sz="1200" dirty="0"/>
              <a:t>안으로 이동해서 프로그램을 </a:t>
            </a:r>
            <a:r>
              <a:rPr lang="ko-KR" altLang="en-US" sz="1200" dirty="0" err="1"/>
              <a:t>사용해야한다</a:t>
            </a:r>
            <a:r>
              <a:rPr lang="en-US" altLang="ko-KR" sz="1200" dirty="0"/>
              <a:t>. &gt;</a:t>
            </a:r>
            <a:r>
              <a:rPr lang="ko-KR" altLang="en-US" sz="1200" dirty="0"/>
              <a:t>불편</a:t>
            </a:r>
            <a:endParaRPr lang="en-US" altLang="ko-KR" sz="1200" dirty="0"/>
          </a:p>
          <a:p>
            <a:r>
              <a:rPr lang="en-US" altLang="ko-KR" sz="1200" dirty="0"/>
              <a:t>             &gt; </a:t>
            </a:r>
            <a:r>
              <a:rPr lang="ko-KR" altLang="en-US" sz="1200" dirty="0"/>
              <a:t>개선 </a:t>
            </a:r>
            <a:r>
              <a:rPr lang="en-US" altLang="ko-KR" sz="1200" dirty="0"/>
              <a:t>OS</a:t>
            </a:r>
            <a:r>
              <a:rPr lang="ko-KR" altLang="en-US" sz="1200" dirty="0"/>
              <a:t>에서 </a:t>
            </a:r>
            <a:r>
              <a:rPr lang="en-US" altLang="ko-KR" sz="1200" dirty="0"/>
              <a:t>PATH</a:t>
            </a:r>
            <a:r>
              <a:rPr lang="ko-KR" altLang="en-US" sz="1200" dirty="0"/>
              <a:t>를</a:t>
            </a:r>
            <a:r>
              <a:rPr lang="en-US" altLang="ko-KR" sz="1200" dirty="0"/>
              <a:t> </a:t>
            </a:r>
            <a:r>
              <a:rPr lang="ko-KR" altLang="en-US" sz="1200" dirty="0"/>
              <a:t>설정한다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/>
              <a:t>                  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02148"/>
            <a:ext cx="8653523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*bat</a:t>
            </a:r>
            <a:r>
              <a:rPr lang="ko-KR" altLang="en-US" dirty="0"/>
              <a:t>파일로 </a:t>
            </a:r>
            <a:r>
              <a:rPr lang="en-US" altLang="ko-KR" dirty="0"/>
              <a:t>PATH</a:t>
            </a:r>
            <a:r>
              <a:rPr lang="ko-KR" altLang="en-US" dirty="0"/>
              <a:t>설정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- JAVA</a:t>
            </a:r>
            <a:r>
              <a:rPr lang="ko-KR" altLang="en-US" dirty="0"/>
              <a:t>는 </a:t>
            </a:r>
            <a:r>
              <a:rPr lang="en-US" altLang="ko-KR" dirty="0"/>
              <a:t>XXX_HOME, PATH, CLASSPATH 3</a:t>
            </a:r>
            <a:r>
              <a:rPr lang="ko-KR" altLang="en-US" dirty="0"/>
              <a:t>가지의 경로를 사용한다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*JAVA_HOME</a:t>
            </a:r>
          </a:p>
          <a:p>
            <a:r>
              <a:rPr lang="en-US" altLang="ko-KR" dirty="0"/>
              <a:t> 1. bin directory</a:t>
            </a:r>
            <a:r>
              <a:rPr lang="ko-KR" altLang="en-US" dirty="0"/>
              <a:t>가 보이는 위치까지만 설정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설정법</a:t>
            </a:r>
            <a:endParaRPr lang="en-US" altLang="ko-KR" dirty="0"/>
          </a:p>
          <a:p>
            <a:r>
              <a:rPr lang="en-US" altLang="ko-KR" dirty="0"/>
              <a:t>  set JAVA_HOME=C:\dev\java-17-openjdk-17.0.3.0.6-1</a:t>
            </a:r>
          </a:p>
          <a:p>
            <a:endParaRPr lang="en-US" altLang="ko-KR" dirty="0"/>
          </a:p>
          <a:p>
            <a:r>
              <a:rPr lang="en-US" altLang="ko-KR" dirty="0"/>
              <a:t>2. PATH ( </a:t>
            </a:r>
            <a:r>
              <a:rPr lang="ko-KR" altLang="en-US" dirty="0"/>
              <a:t>실행파일을 경로에 상관없이 사용하기 위해서 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  -</a:t>
            </a:r>
            <a:r>
              <a:rPr lang="ko-KR" altLang="en-US" dirty="0"/>
              <a:t>실행파일이 보이는 위치까지 설정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                                                  </a:t>
            </a:r>
            <a:r>
              <a:rPr lang="ko-KR" altLang="en-US" dirty="0"/>
              <a:t>설정법</a:t>
            </a:r>
            <a:endParaRPr lang="en-US" altLang="ko-KR" dirty="0"/>
          </a:p>
          <a:p>
            <a:r>
              <a:rPr lang="en-US" altLang="ko-KR" dirty="0"/>
              <a:t>                                                    set</a:t>
            </a:r>
            <a:r>
              <a:rPr lang="ko-KR" altLang="en-US" dirty="0"/>
              <a:t> </a:t>
            </a:r>
            <a:r>
              <a:rPr lang="en-US" altLang="ko-KR" dirty="0"/>
              <a:t>PATH=%PATH%</a:t>
            </a:r>
            <a:r>
              <a:rPr lang="en-US" altLang="ko-KR" b="1" dirty="0">
                <a:solidFill>
                  <a:srgbClr val="FF0000"/>
                </a:solidFill>
              </a:rPr>
              <a:t>;</a:t>
            </a:r>
            <a:r>
              <a:rPr lang="en-US" altLang="ko-KR" dirty="0"/>
              <a:t>%JAVA_HOME%\bin</a:t>
            </a:r>
          </a:p>
          <a:p>
            <a:r>
              <a:rPr lang="en-US" altLang="ko-KR" dirty="0"/>
              <a:t>                                                   </a:t>
            </a:r>
          </a:p>
        </p:txBody>
      </p:sp>
      <p:cxnSp>
        <p:nvCxnSpPr>
          <p:cNvPr id="5" name="직선 화살표 연결선 4"/>
          <p:cNvCxnSpPr/>
          <p:nvPr/>
        </p:nvCxnSpPr>
        <p:spPr>
          <a:xfrm rot="10800000" flipV="1">
            <a:off x="2285984" y="428604"/>
            <a:ext cx="500066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857488" y="214290"/>
            <a:ext cx="1601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프로그램 끼리 경로 참조</a:t>
            </a:r>
          </a:p>
        </p:txBody>
      </p:sp>
      <p:cxnSp>
        <p:nvCxnSpPr>
          <p:cNvPr id="8" name="직선 화살표 연결선 7"/>
          <p:cNvCxnSpPr/>
          <p:nvPr/>
        </p:nvCxnSpPr>
        <p:spPr>
          <a:xfrm rot="10800000" flipV="1">
            <a:off x="2928926" y="571480"/>
            <a:ext cx="500066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00430" y="357166"/>
            <a:ext cx="1601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실행파일 </a:t>
            </a:r>
            <a:r>
              <a:rPr lang="en-US" altLang="ko-KR" sz="1000" dirty="0"/>
              <a:t>( .exe)</a:t>
            </a:r>
            <a:r>
              <a:rPr lang="ko-KR" altLang="en-US" sz="1000" dirty="0"/>
              <a:t>을 경로에 상관없이 사용할 때</a:t>
            </a:r>
          </a:p>
        </p:txBody>
      </p:sp>
      <p:cxnSp>
        <p:nvCxnSpPr>
          <p:cNvPr id="11" name="직선 화살표 연결선 10"/>
          <p:cNvCxnSpPr/>
          <p:nvPr/>
        </p:nvCxnSpPr>
        <p:spPr>
          <a:xfrm rot="10800000" flipV="1">
            <a:off x="4357687" y="571480"/>
            <a:ext cx="684295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13419" y="357166"/>
            <a:ext cx="2530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 </a:t>
            </a:r>
            <a:r>
              <a:rPr lang="en-US" altLang="ko-KR" sz="1000" dirty="0" err="1"/>
              <a:t>bytecode</a:t>
            </a:r>
            <a:r>
              <a:rPr lang="ko-KR" altLang="en-US" sz="1000" dirty="0"/>
              <a:t>를 경로에 상관없이 사용할 때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000240"/>
            <a:ext cx="3146416" cy="1517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직선 화살표 연결선 14"/>
          <p:cNvCxnSpPr/>
          <p:nvPr/>
        </p:nvCxnSpPr>
        <p:spPr>
          <a:xfrm>
            <a:off x="1500166" y="1857364"/>
            <a:ext cx="1214446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rot="10800000" flipV="1">
            <a:off x="1357290" y="2285992"/>
            <a:ext cx="1357322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rot="5400000">
            <a:off x="5786446" y="3786190"/>
            <a:ext cx="642942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786446" y="3286124"/>
            <a:ext cx="2194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공백이 추가되지 않도록 주의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5214950"/>
            <a:ext cx="3571900" cy="14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4" name="직선 화살표 연결선 23"/>
          <p:cNvCxnSpPr/>
          <p:nvPr/>
        </p:nvCxnSpPr>
        <p:spPr>
          <a:xfrm rot="10800000" flipV="1">
            <a:off x="1571604" y="5500702"/>
            <a:ext cx="2143140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rot="10800000" flipV="1">
            <a:off x="1557338" y="5500701"/>
            <a:ext cx="2157406" cy="7953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rot="5400000">
            <a:off x="5786446" y="5357826"/>
            <a:ext cx="642942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86446" y="4857760"/>
            <a:ext cx="19376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기존에</a:t>
            </a:r>
            <a:r>
              <a:rPr lang="en-US" altLang="ko-KR" sz="1200" dirty="0"/>
              <a:t> </a:t>
            </a:r>
            <a:r>
              <a:rPr lang="ko-KR" altLang="en-US" sz="1200" dirty="0"/>
              <a:t>설정된 </a:t>
            </a:r>
            <a:r>
              <a:rPr lang="en-US" altLang="ko-KR" sz="1200" dirty="0"/>
              <a:t>PATH </a:t>
            </a:r>
            <a:r>
              <a:rPr lang="ko-KR" altLang="en-US" sz="1200" dirty="0"/>
              <a:t>뒤에</a:t>
            </a:r>
          </a:p>
        </p:txBody>
      </p:sp>
      <p:cxnSp>
        <p:nvCxnSpPr>
          <p:cNvPr id="29" name="직선 화살표 연결선 28"/>
          <p:cNvCxnSpPr/>
          <p:nvPr/>
        </p:nvCxnSpPr>
        <p:spPr>
          <a:xfrm rot="5400000">
            <a:off x="7072330" y="5572140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43768" y="5143512"/>
            <a:ext cx="1942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JAVA</a:t>
            </a:r>
            <a:r>
              <a:rPr lang="ko-KR" altLang="en-US" sz="1200" dirty="0"/>
              <a:t>의 </a:t>
            </a:r>
            <a:r>
              <a:rPr lang="en-US" altLang="ko-KR" sz="1200" dirty="0"/>
              <a:t>PATH</a:t>
            </a:r>
            <a:r>
              <a:rPr lang="ko-KR" altLang="en-US" sz="1200" dirty="0"/>
              <a:t>를 붙여준다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cxnSp>
        <p:nvCxnSpPr>
          <p:cNvPr id="34" name="직선 화살표 연결선 33"/>
          <p:cNvCxnSpPr/>
          <p:nvPr/>
        </p:nvCxnSpPr>
        <p:spPr>
          <a:xfrm rot="5400000" flipH="1" flipV="1">
            <a:off x="6250793" y="6036487"/>
            <a:ext cx="214314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786446" y="6215082"/>
            <a:ext cx="3369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Windows OS</a:t>
            </a:r>
            <a:r>
              <a:rPr lang="ko-KR" altLang="en-US" sz="1200" dirty="0"/>
              <a:t>에서는 경로의 구분을 </a:t>
            </a:r>
            <a:r>
              <a:rPr lang="en-US" altLang="ko-KR" sz="1200" dirty="0"/>
              <a:t>;</a:t>
            </a:r>
            <a:r>
              <a:rPr lang="ko-KR" altLang="en-US" sz="1200" dirty="0"/>
              <a:t>으로 수행</a:t>
            </a:r>
            <a:r>
              <a:rPr lang="en-US" altLang="ko-KR" sz="12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02148"/>
            <a:ext cx="6664389" cy="5786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*Java </a:t>
            </a:r>
            <a:r>
              <a:rPr lang="ko-KR" altLang="en-US" dirty="0"/>
              <a:t>역사</a:t>
            </a:r>
            <a:endParaRPr lang="en-US" altLang="ko-KR" dirty="0"/>
          </a:p>
          <a:p>
            <a:r>
              <a:rPr lang="en-US" altLang="ko-KR" sz="1600" dirty="0"/>
              <a:t> -sun </a:t>
            </a:r>
            <a:r>
              <a:rPr lang="ko-KR" altLang="en-US" sz="1600" dirty="0"/>
              <a:t>사에서 </a:t>
            </a:r>
            <a:r>
              <a:rPr lang="en-US" altLang="ko-KR" sz="1600" dirty="0"/>
              <a:t>1995</a:t>
            </a:r>
            <a:r>
              <a:rPr lang="ko-KR" altLang="en-US" sz="1600" dirty="0"/>
              <a:t>년에 발표한 프로그래밍 언어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 -1995</a:t>
            </a:r>
            <a:r>
              <a:rPr lang="ko-KR" altLang="en-US" sz="1600" dirty="0"/>
              <a:t>년 </a:t>
            </a:r>
            <a:r>
              <a:rPr lang="en-US" altLang="ko-KR" sz="1600" dirty="0"/>
              <a:t>: Java 1.0</a:t>
            </a:r>
            <a:r>
              <a:rPr lang="ko-KR" altLang="en-US" sz="1600" dirty="0"/>
              <a:t>최초 발표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-1997</a:t>
            </a:r>
            <a:r>
              <a:rPr lang="ko-KR" altLang="en-US" sz="1600" dirty="0"/>
              <a:t>년 </a:t>
            </a:r>
            <a:r>
              <a:rPr lang="en-US" altLang="ko-KR" sz="1600" dirty="0"/>
              <a:t>: JDK 1.1</a:t>
            </a:r>
            <a:r>
              <a:rPr lang="ko-KR" altLang="en-US" sz="1600" dirty="0"/>
              <a:t>발표 </a:t>
            </a:r>
            <a:r>
              <a:rPr lang="en-US" altLang="ko-KR" sz="1600" dirty="0"/>
              <a:t>( </a:t>
            </a:r>
            <a:r>
              <a:rPr lang="ko-KR" altLang="en-US" sz="1600" dirty="0"/>
              <a:t> </a:t>
            </a:r>
            <a:r>
              <a:rPr lang="en-US" altLang="ko-KR" sz="1600" dirty="0"/>
              <a:t>inner class</a:t>
            </a:r>
            <a:r>
              <a:rPr lang="ko-KR" altLang="en-US" sz="1600" dirty="0"/>
              <a:t>추가 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 -1998</a:t>
            </a:r>
            <a:r>
              <a:rPr lang="ko-KR" altLang="en-US" sz="1600" dirty="0"/>
              <a:t>년 </a:t>
            </a:r>
            <a:r>
              <a:rPr lang="en-US" altLang="ko-KR" sz="1600" dirty="0"/>
              <a:t>: Java2 ( Java2 SE ) – GUI </a:t>
            </a:r>
            <a:r>
              <a:rPr lang="ko-KR" altLang="en-US" sz="1600" dirty="0"/>
              <a:t>용 </a:t>
            </a:r>
            <a:r>
              <a:rPr lang="en-US" altLang="ko-KR" sz="1600" dirty="0"/>
              <a:t>Swing </a:t>
            </a:r>
            <a:r>
              <a:rPr lang="ko-KR" altLang="en-US" sz="1600" dirty="0"/>
              <a:t>이 추가</a:t>
            </a:r>
            <a:endParaRPr lang="en-US" altLang="ko-KR" sz="1600" dirty="0"/>
          </a:p>
          <a:p>
            <a:r>
              <a:rPr lang="en-US" altLang="ko-KR" sz="1600" dirty="0"/>
              <a:t> -2000</a:t>
            </a:r>
            <a:r>
              <a:rPr lang="ko-KR" altLang="en-US" sz="1600" dirty="0"/>
              <a:t>년 </a:t>
            </a:r>
            <a:r>
              <a:rPr lang="en-US" altLang="ko-KR" sz="1600" dirty="0"/>
              <a:t>: Java2 SE 1.3</a:t>
            </a:r>
            <a:r>
              <a:rPr lang="ko-KR" altLang="en-US" sz="1600" dirty="0"/>
              <a:t>발표 </a:t>
            </a:r>
            <a:r>
              <a:rPr lang="en-US" altLang="ko-KR" sz="1600" dirty="0"/>
              <a:t>– Hotspot </a:t>
            </a:r>
            <a:r>
              <a:rPr lang="ko-KR" altLang="en-US" sz="1600" dirty="0"/>
              <a:t>추가</a:t>
            </a:r>
            <a:r>
              <a:rPr lang="en-US" altLang="ko-KR" sz="1600" dirty="0"/>
              <a:t>, JNDI </a:t>
            </a:r>
            <a:r>
              <a:rPr lang="ko-KR" altLang="en-US" sz="1600" dirty="0"/>
              <a:t>추가</a:t>
            </a:r>
            <a:endParaRPr lang="en-US" altLang="ko-KR" sz="1600" dirty="0"/>
          </a:p>
          <a:p>
            <a:r>
              <a:rPr lang="en-US" altLang="ko-KR" sz="1600" dirty="0"/>
              <a:t> -2002</a:t>
            </a:r>
            <a:r>
              <a:rPr lang="ko-KR" altLang="en-US" sz="1600" dirty="0"/>
              <a:t>년 </a:t>
            </a:r>
            <a:r>
              <a:rPr lang="en-US" altLang="ko-KR" sz="1600" dirty="0"/>
              <a:t>: Java2 SE 1.4</a:t>
            </a:r>
            <a:r>
              <a:rPr lang="ko-KR" altLang="en-US" sz="1600" dirty="0"/>
              <a:t>발표 </a:t>
            </a:r>
            <a:r>
              <a:rPr lang="en-US" altLang="ko-KR" sz="1600" dirty="0"/>
              <a:t>– </a:t>
            </a:r>
            <a:r>
              <a:rPr lang="ko-KR" altLang="en-US" sz="1600" dirty="0" err="1"/>
              <a:t>정규식지원</a:t>
            </a:r>
            <a:r>
              <a:rPr lang="en-US" altLang="ko-KR" sz="1600" dirty="0"/>
              <a:t>, IPv6</a:t>
            </a:r>
            <a:r>
              <a:rPr lang="ko-KR" altLang="en-US" sz="1600" dirty="0"/>
              <a:t>지원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-2004</a:t>
            </a:r>
            <a:r>
              <a:rPr lang="ko-KR" altLang="en-US" sz="1600" dirty="0"/>
              <a:t>년 </a:t>
            </a:r>
            <a:r>
              <a:rPr lang="en-US" altLang="ko-KR" sz="1600" dirty="0"/>
              <a:t>: Java2 SE 1.5</a:t>
            </a:r>
            <a:r>
              <a:rPr lang="ko-KR" altLang="en-US" sz="1600" dirty="0"/>
              <a:t>발표 </a:t>
            </a:r>
            <a:r>
              <a:rPr lang="en-US" altLang="ko-KR" sz="1600" dirty="0"/>
              <a:t>– Generic</a:t>
            </a:r>
            <a:r>
              <a:rPr lang="ko-KR" altLang="en-US" sz="1600" dirty="0"/>
              <a:t>지원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autoboxing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unboxing</a:t>
            </a:r>
            <a:r>
              <a:rPr lang="ko-KR" altLang="en-US" sz="1600" dirty="0"/>
              <a:t>지원</a:t>
            </a:r>
            <a:endParaRPr lang="en-US" altLang="ko-KR" sz="1600" dirty="0"/>
          </a:p>
          <a:p>
            <a:r>
              <a:rPr lang="en-US" altLang="ko-KR" sz="1600" dirty="0"/>
              <a:t> -2006</a:t>
            </a:r>
            <a:r>
              <a:rPr lang="ko-KR" altLang="en-US" sz="1600" dirty="0"/>
              <a:t>년 </a:t>
            </a:r>
            <a:r>
              <a:rPr lang="en-US" altLang="ko-KR" sz="1600" dirty="0"/>
              <a:t>: Java SE 6</a:t>
            </a:r>
            <a:r>
              <a:rPr lang="ko-KR" altLang="en-US" sz="1600" dirty="0"/>
              <a:t>발표 </a:t>
            </a:r>
            <a:r>
              <a:rPr lang="en-US" altLang="ko-KR" sz="1600" dirty="0"/>
              <a:t>– Scripting Language</a:t>
            </a:r>
            <a:r>
              <a:rPr lang="ko-KR" altLang="en-US" sz="1600" dirty="0"/>
              <a:t>지원</a:t>
            </a:r>
            <a:endParaRPr lang="en-US" altLang="ko-KR" sz="1600" dirty="0"/>
          </a:p>
          <a:p>
            <a:r>
              <a:rPr lang="en-US" altLang="ko-KR" sz="1600" dirty="0"/>
              <a:t> -2010</a:t>
            </a:r>
            <a:r>
              <a:rPr lang="ko-KR" altLang="en-US" sz="1600" dirty="0"/>
              <a:t>년 </a:t>
            </a:r>
            <a:r>
              <a:rPr lang="en-US" altLang="ko-KR" sz="1600" dirty="0"/>
              <a:t>: Java SE 7</a:t>
            </a:r>
            <a:r>
              <a:rPr lang="ko-KR" altLang="en-US" sz="1600" dirty="0"/>
              <a:t>발표 </a:t>
            </a:r>
            <a:r>
              <a:rPr lang="en-US" altLang="ko-KR" sz="1600" dirty="0"/>
              <a:t>– </a:t>
            </a:r>
            <a:r>
              <a:rPr lang="en-US" altLang="ko-KR" sz="1600" dirty="0" err="1"/>
              <a:t>switch~case</a:t>
            </a:r>
            <a:r>
              <a:rPr lang="ko-KR" altLang="en-US" sz="1600" dirty="0"/>
              <a:t>에서 문자열 지원</a:t>
            </a:r>
            <a:endParaRPr lang="en-US" altLang="ko-KR" sz="1600" dirty="0"/>
          </a:p>
          <a:p>
            <a:r>
              <a:rPr lang="en-US" altLang="ko-KR" sz="1600" dirty="0"/>
              <a:t> -2014</a:t>
            </a:r>
            <a:r>
              <a:rPr lang="ko-KR" altLang="en-US" sz="1600" dirty="0"/>
              <a:t>년 </a:t>
            </a:r>
            <a:r>
              <a:rPr lang="en-US" altLang="ko-KR" sz="1600" dirty="0"/>
              <a:t>: Java SE 8</a:t>
            </a:r>
            <a:r>
              <a:rPr lang="ko-KR" altLang="en-US" sz="1600" dirty="0"/>
              <a:t>발표 </a:t>
            </a:r>
            <a:r>
              <a:rPr lang="en-US" altLang="ko-KR" sz="1600" dirty="0"/>
              <a:t>– Lambda</a:t>
            </a:r>
            <a:r>
              <a:rPr lang="ko-KR" altLang="en-US" sz="1600" dirty="0"/>
              <a:t>식 지원</a:t>
            </a:r>
            <a:endParaRPr lang="en-US" altLang="ko-KR" sz="1600" dirty="0"/>
          </a:p>
          <a:p>
            <a:r>
              <a:rPr lang="en-US" altLang="ko-KR" sz="1600" dirty="0"/>
              <a:t> -2017</a:t>
            </a:r>
            <a:r>
              <a:rPr lang="ko-KR" altLang="en-US" sz="1600" dirty="0"/>
              <a:t>년 </a:t>
            </a:r>
            <a:r>
              <a:rPr lang="en-US" altLang="ko-KR" sz="1600" dirty="0"/>
              <a:t>: Java SE 9</a:t>
            </a:r>
            <a:r>
              <a:rPr lang="ko-KR" altLang="en-US" sz="1600" dirty="0"/>
              <a:t>발표 </a:t>
            </a:r>
            <a:r>
              <a:rPr lang="en-US" altLang="ko-KR" sz="1600" dirty="0"/>
              <a:t>– runtime</a:t>
            </a:r>
            <a:r>
              <a:rPr lang="ko-KR" altLang="en-US" sz="1600" dirty="0"/>
              <a:t>의 </a:t>
            </a:r>
            <a:r>
              <a:rPr lang="en-US" altLang="ko-KR" sz="1600" dirty="0"/>
              <a:t>module</a:t>
            </a:r>
            <a:r>
              <a:rPr lang="ko-KR" altLang="en-US" sz="1600" dirty="0"/>
              <a:t>화 지원</a:t>
            </a:r>
            <a:endParaRPr lang="en-US" altLang="ko-KR" sz="1600" dirty="0"/>
          </a:p>
          <a:p>
            <a:r>
              <a:rPr lang="en-US" altLang="ko-KR" sz="1600" dirty="0"/>
              <a:t> -2018</a:t>
            </a:r>
            <a:r>
              <a:rPr lang="ko-KR" altLang="en-US" sz="1600" dirty="0"/>
              <a:t>년 </a:t>
            </a:r>
            <a:r>
              <a:rPr lang="en-US" altLang="ko-KR" sz="1600" dirty="0"/>
              <a:t>: Java SE 10</a:t>
            </a:r>
            <a:r>
              <a:rPr lang="ko-KR" altLang="en-US" sz="1600" dirty="0"/>
              <a:t>발표 </a:t>
            </a:r>
            <a:r>
              <a:rPr lang="en-US" altLang="ko-KR" sz="1600" dirty="0"/>
              <a:t>– </a:t>
            </a:r>
            <a:r>
              <a:rPr lang="en-US" altLang="ko-KR" sz="1600" dirty="0" err="1"/>
              <a:t>var</a:t>
            </a:r>
            <a:r>
              <a:rPr lang="ko-KR" altLang="en-US" sz="1600" dirty="0"/>
              <a:t>를</a:t>
            </a:r>
            <a:r>
              <a:rPr lang="en-US" altLang="ko-KR" sz="1600" dirty="0"/>
              <a:t> </a:t>
            </a:r>
            <a:r>
              <a:rPr lang="ko-KR" altLang="en-US" sz="1600" dirty="0"/>
              <a:t>사용한 지역변수의 추론 지원</a:t>
            </a:r>
            <a:endParaRPr lang="en-US" altLang="ko-KR" sz="1600" dirty="0"/>
          </a:p>
          <a:p>
            <a:r>
              <a:rPr lang="en-US" altLang="ko-KR" sz="1600" dirty="0"/>
              <a:t>              Java SE 11</a:t>
            </a:r>
            <a:r>
              <a:rPr lang="ko-KR" altLang="en-US" sz="1600" dirty="0"/>
              <a:t>발표 </a:t>
            </a:r>
            <a:r>
              <a:rPr lang="en-US" altLang="ko-KR" sz="1600" dirty="0"/>
              <a:t>– </a:t>
            </a:r>
            <a:r>
              <a:rPr lang="ko-KR" altLang="en-US" sz="1600" dirty="0"/>
              <a:t>구독모델로 유료화 지원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              Java SE 21</a:t>
            </a:r>
          </a:p>
          <a:p>
            <a:r>
              <a:rPr lang="en-US" altLang="ko-KR" sz="1600" dirty="0"/>
              <a:t>                  </a:t>
            </a:r>
          </a:p>
          <a:p>
            <a:r>
              <a:rPr lang="en-US" altLang="ko-KR" sz="1600" dirty="0"/>
              <a:t> 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9190" y="142852"/>
            <a:ext cx="908405" cy="690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화살표 연결선 5"/>
          <p:cNvCxnSpPr/>
          <p:nvPr/>
        </p:nvCxnSpPr>
        <p:spPr>
          <a:xfrm rot="10800000" flipV="1">
            <a:off x="5715008" y="500042"/>
            <a:ext cx="428628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43636" y="428604"/>
            <a:ext cx="1184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자바의 아버지</a:t>
            </a:r>
            <a:endParaRPr lang="en-US" altLang="ko-KR" sz="1200" dirty="0"/>
          </a:p>
          <a:p>
            <a:r>
              <a:rPr lang="en-US" altLang="ko-KR" sz="1200" dirty="0"/>
              <a:t>James Gosling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93439"/>
            <a:ext cx="6758581" cy="7017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*Java</a:t>
            </a:r>
            <a:r>
              <a:rPr lang="ko-KR" altLang="en-US" dirty="0"/>
              <a:t> 코딩순서</a:t>
            </a:r>
            <a:endParaRPr lang="en-US" altLang="ko-KR" dirty="0"/>
          </a:p>
          <a:p>
            <a:r>
              <a:rPr lang="en-US" altLang="ko-KR" sz="1600" dirty="0"/>
              <a:t>  1.</a:t>
            </a:r>
            <a:r>
              <a:rPr lang="ko-KR" altLang="en-US" sz="1600" dirty="0"/>
              <a:t>소스코드 작성 </a:t>
            </a:r>
            <a:r>
              <a:rPr lang="en-US" altLang="ko-KR" sz="1600" dirty="0"/>
              <a:t>(</a:t>
            </a:r>
            <a:r>
              <a:rPr lang="ko-KR" altLang="en-US" sz="1600" dirty="0"/>
              <a:t> 사람의 언어로 작성 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  2.</a:t>
            </a:r>
            <a:r>
              <a:rPr lang="ko-KR" altLang="en-US" sz="1600" dirty="0"/>
              <a:t>컴파일 </a:t>
            </a:r>
            <a:r>
              <a:rPr lang="en-US" altLang="ko-KR" sz="1600" dirty="0"/>
              <a:t>(               :</a:t>
            </a:r>
            <a:r>
              <a:rPr lang="ko-KR" altLang="en-US" sz="1600" dirty="0"/>
              <a:t> 사람의 언어를 컴퓨터 언어로 변환 </a:t>
            </a:r>
            <a:r>
              <a:rPr lang="en-US" altLang="ko-KR" sz="1600" dirty="0"/>
              <a:t>) </a:t>
            </a:r>
          </a:p>
          <a:p>
            <a:r>
              <a:rPr lang="en-US" altLang="ko-KR" sz="1600" dirty="0"/>
              <a:t>  3.</a:t>
            </a:r>
            <a:r>
              <a:rPr lang="ko-KR" altLang="en-US" sz="1600" dirty="0"/>
              <a:t>실행 </a:t>
            </a:r>
            <a:r>
              <a:rPr lang="en-US" altLang="ko-KR" sz="1600" dirty="0"/>
              <a:t>(             : </a:t>
            </a:r>
            <a:r>
              <a:rPr lang="ko-KR" altLang="en-US" sz="1600" dirty="0"/>
              <a:t>변환된 언어를 가지고 컴퓨터에게 일을 시키는 것 </a:t>
            </a:r>
            <a:r>
              <a:rPr lang="en-US" altLang="ko-KR" sz="1600" dirty="0"/>
              <a:t>)</a:t>
            </a:r>
          </a:p>
          <a:p>
            <a:endParaRPr lang="en-US" altLang="ko-KR" sz="1600" dirty="0"/>
          </a:p>
          <a:p>
            <a:pPr marL="342900" indent="-342900"/>
            <a:r>
              <a:rPr lang="en-US" altLang="ko-KR" sz="1600" dirty="0"/>
              <a:t>1.Source Code </a:t>
            </a:r>
            <a:r>
              <a:rPr lang="ko-KR" altLang="en-US" sz="1600" dirty="0"/>
              <a:t>작성</a:t>
            </a:r>
            <a:endParaRPr lang="en-US" altLang="ko-KR" sz="1600" dirty="0"/>
          </a:p>
          <a:p>
            <a:pPr marL="342900" indent="-342900"/>
            <a:r>
              <a:rPr lang="en-US" altLang="ko-KR" sz="1600" dirty="0"/>
              <a:t>  -</a:t>
            </a:r>
            <a:r>
              <a:rPr lang="ko-KR" altLang="en-US" sz="1600" dirty="0"/>
              <a:t>메모장</a:t>
            </a:r>
            <a:r>
              <a:rPr lang="en-US" altLang="ko-KR" sz="1600" dirty="0"/>
              <a:t>, </a:t>
            </a:r>
            <a:r>
              <a:rPr lang="ko-KR" altLang="en-US" sz="1600" dirty="0"/>
              <a:t>범용에디터</a:t>
            </a:r>
            <a:r>
              <a:rPr lang="en-US" altLang="ko-KR" sz="1600" dirty="0"/>
              <a:t>, IDE</a:t>
            </a:r>
          </a:p>
          <a:p>
            <a:pPr marL="342900" indent="-342900"/>
            <a:endParaRPr lang="en-US" altLang="ko-KR" sz="1600" dirty="0"/>
          </a:p>
          <a:p>
            <a:pPr marL="342900" indent="-342900"/>
            <a:r>
              <a:rPr lang="en-US" altLang="ko-KR" sz="1600" dirty="0"/>
              <a:t> </a:t>
            </a:r>
            <a:r>
              <a:rPr lang="ko-KR" altLang="en-US" sz="1600" dirty="0"/>
              <a:t>구성</a:t>
            </a:r>
            <a:r>
              <a:rPr lang="en-US" altLang="ko-KR" sz="1600" dirty="0"/>
              <a:t>)</a:t>
            </a:r>
          </a:p>
          <a:p>
            <a:pPr marL="342900" indent="-342900"/>
            <a:r>
              <a:rPr lang="en-US" altLang="ko-KR" sz="1600" dirty="0"/>
              <a:t>    class </a:t>
            </a:r>
            <a:r>
              <a:rPr lang="ko-KR" altLang="en-US" sz="1600" dirty="0" err="1"/>
              <a:t>클래스명</a:t>
            </a:r>
            <a:r>
              <a:rPr lang="en-US" altLang="ko-KR" sz="1600" dirty="0"/>
              <a:t>{</a:t>
            </a:r>
          </a:p>
          <a:p>
            <a:pPr marL="342900" indent="-342900"/>
            <a:r>
              <a:rPr lang="en-US" altLang="ko-KR" sz="1600" dirty="0"/>
              <a:t>      </a:t>
            </a:r>
            <a:r>
              <a:rPr lang="ko-KR" altLang="en-US" sz="1600" dirty="0"/>
              <a:t>코딩</a:t>
            </a:r>
            <a:endParaRPr lang="en-US" altLang="ko-KR" sz="1600" dirty="0"/>
          </a:p>
          <a:p>
            <a:pPr marL="342900" indent="-342900"/>
            <a:r>
              <a:rPr lang="en-US" altLang="ko-KR" sz="1600" dirty="0"/>
              <a:t>    }</a:t>
            </a:r>
          </a:p>
          <a:p>
            <a:pPr marL="342900" indent="-342900"/>
            <a:endParaRPr lang="en-US" altLang="ko-KR" sz="1600" dirty="0"/>
          </a:p>
          <a:p>
            <a:pPr marL="342900" indent="-342900"/>
            <a:endParaRPr lang="en-US" altLang="ko-KR" sz="1600" dirty="0"/>
          </a:p>
          <a:p>
            <a:pPr marL="342900" indent="-342900"/>
            <a:r>
              <a:rPr lang="en-US" altLang="ko-KR" sz="1600" dirty="0"/>
              <a:t>2.</a:t>
            </a:r>
            <a:r>
              <a:rPr lang="ko-KR" altLang="en-US" sz="1600" dirty="0"/>
              <a:t>저장</a:t>
            </a:r>
            <a:endParaRPr lang="en-US" altLang="ko-KR" sz="1600" dirty="0"/>
          </a:p>
          <a:p>
            <a:pPr marL="342900" indent="-342900"/>
            <a:r>
              <a:rPr lang="en-US" altLang="ko-KR" sz="1600" dirty="0"/>
              <a:t>  </a:t>
            </a:r>
            <a:r>
              <a:rPr lang="ko-KR" altLang="en-US" sz="1600" dirty="0"/>
              <a:t>파일명</a:t>
            </a:r>
            <a:r>
              <a:rPr lang="en-US" altLang="ko-KR" sz="1600" dirty="0"/>
              <a:t>.java</a:t>
            </a:r>
          </a:p>
          <a:p>
            <a:pPr marL="342900" indent="-342900"/>
            <a:endParaRPr lang="en-US" altLang="ko-KR" sz="1600" dirty="0"/>
          </a:p>
          <a:p>
            <a:pPr marL="342900" indent="-342900"/>
            <a:r>
              <a:rPr lang="en-US" altLang="ko-KR" sz="1600" dirty="0"/>
              <a:t>3. </a:t>
            </a:r>
            <a:r>
              <a:rPr lang="ko-KR" altLang="en-US" sz="1600" dirty="0"/>
              <a:t>컴파일 </a:t>
            </a:r>
            <a:r>
              <a:rPr lang="en-US" altLang="ko-KR" sz="1600" dirty="0"/>
              <a:t>( Complier </a:t>
            </a:r>
            <a:r>
              <a:rPr lang="ko-KR" altLang="en-US" sz="1600" dirty="0"/>
              <a:t>사용 </a:t>
            </a:r>
            <a:r>
              <a:rPr lang="en-US" altLang="ko-KR" sz="1600" dirty="0"/>
              <a:t>)</a:t>
            </a:r>
          </a:p>
          <a:p>
            <a:pPr marL="342900" indent="-342900"/>
            <a:r>
              <a:rPr lang="en-US" altLang="ko-KR" sz="1600" dirty="0"/>
              <a:t>    </a:t>
            </a:r>
            <a:r>
              <a:rPr lang="ko-KR" altLang="en-US" sz="1600" dirty="0"/>
              <a:t>사람의 언어 </a:t>
            </a:r>
            <a:r>
              <a:rPr lang="en-US" altLang="ko-KR" sz="1600" dirty="0"/>
              <a:t>&gt; </a:t>
            </a:r>
            <a:r>
              <a:rPr lang="ko-KR" altLang="en-US" sz="1600" dirty="0"/>
              <a:t>기계어 번역</a:t>
            </a:r>
            <a:endParaRPr lang="en-US" altLang="ko-KR" sz="1600" dirty="0"/>
          </a:p>
          <a:p>
            <a:pPr marL="342900" indent="-342900"/>
            <a:r>
              <a:rPr lang="en-US" altLang="ko-KR" sz="1600" dirty="0"/>
              <a:t> </a:t>
            </a:r>
            <a:r>
              <a:rPr lang="ko-KR" altLang="en-US" sz="1600" b="1" dirty="0"/>
              <a:t>사용법</a:t>
            </a:r>
            <a:r>
              <a:rPr lang="en-US" altLang="ko-KR" sz="1600" b="1" dirty="0"/>
              <a:t>)</a:t>
            </a:r>
            <a:r>
              <a:rPr lang="en-US" altLang="ko-KR" sz="1600" dirty="0"/>
              <a:t> : PATH </a:t>
            </a:r>
            <a:r>
              <a:rPr lang="ko-KR" altLang="en-US" sz="1600" dirty="0"/>
              <a:t>확인</a:t>
            </a:r>
            <a:endParaRPr lang="en-US" altLang="ko-KR" sz="1600" dirty="0"/>
          </a:p>
          <a:p>
            <a:pPr marL="342900" indent="-342900"/>
            <a:r>
              <a:rPr lang="en-US" altLang="ko-KR" sz="1600" dirty="0"/>
              <a:t>   </a:t>
            </a:r>
            <a:r>
              <a:rPr lang="en-US" altLang="ko-KR" sz="1600" dirty="0" err="1"/>
              <a:t>javac</a:t>
            </a:r>
            <a:r>
              <a:rPr lang="en-US" altLang="ko-KR" sz="1600" dirty="0"/>
              <a:t> –</a:t>
            </a:r>
            <a:r>
              <a:rPr lang="ko-KR" altLang="en-US" sz="1600" dirty="0"/>
              <a:t>옵션 소스파일명</a:t>
            </a:r>
            <a:r>
              <a:rPr lang="en-US" altLang="ko-KR" sz="1600" dirty="0"/>
              <a:t>.java</a:t>
            </a:r>
          </a:p>
          <a:p>
            <a:pPr marL="342900" indent="-342900"/>
            <a:r>
              <a:rPr lang="en-US" altLang="ko-KR" sz="1600" dirty="0"/>
              <a:t>    </a:t>
            </a:r>
            <a:r>
              <a:rPr lang="ko-KR" altLang="en-US" sz="1600" dirty="0"/>
              <a:t>성공 </a:t>
            </a:r>
            <a:r>
              <a:rPr lang="en-US" altLang="ko-KR" sz="1600" dirty="0"/>
              <a:t>: </a:t>
            </a:r>
            <a:r>
              <a:rPr lang="ko-KR" altLang="en-US" sz="1600" dirty="0"/>
              <a:t>확장자가 </a:t>
            </a:r>
            <a:r>
              <a:rPr lang="en-US" altLang="ko-KR" sz="1600" dirty="0"/>
              <a:t>“ </a:t>
            </a:r>
            <a:r>
              <a:rPr lang="en-US" altLang="ko-KR" sz="1600" b="1" dirty="0"/>
              <a:t>.class</a:t>
            </a:r>
            <a:r>
              <a:rPr lang="en-US" altLang="ko-KR" sz="1600" dirty="0"/>
              <a:t>” </a:t>
            </a:r>
            <a:r>
              <a:rPr lang="ko-KR" altLang="en-US" sz="1600" dirty="0"/>
              <a:t>인  </a:t>
            </a:r>
            <a:r>
              <a:rPr lang="en-US" altLang="ko-KR" sz="1600" dirty="0" err="1"/>
              <a:t>bytecode</a:t>
            </a:r>
            <a:r>
              <a:rPr lang="ko-KR" altLang="en-US" sz="1600" dirty="0"/>
              <a:t>가 생성</a:t>
            </a:r>
            <a:r>
              <a:rPr lang="en-US" altLang="ko-KR" sz="1600" dirty="0"/>
              <a:t>.</a:t>
            </a:r>
          </a:p>
          <a:p>
            <a:pPr marL="342900" indent="-342900"/>
            <a:endParaRPr lang="en-US" altLang="ko-KR" sz="1600" dirty="0"/>
          </a:p>
          <a:p>
            <a:pPr marL="342900" indent="-342900"/>
            <a:r>
              <a:rPr lang="en-US" altLang="ko-KR" sz="1600" dirty="0"/>
              <a:t>4. </a:t>
            </a:r>
            <a:r>
              <a:rPr lang="ko-KR" altLang="en-US" sz="1600" dirty="0"/>
              <a:t>실행 </a:t>
            </a:r>
            <a:r>
              <a:rPr lang="en-US" altLang="ko-KR" sz="1600" dirty="0"/>
              <a:t>( java.exe )</a:t>
            </a:r>
          </a:p>
          <a:p>
            <a:pPr marL="342900" indent="-342900"/>
            <a:r>
              <a:rPr lang="en-US" altLang="ko-KR" sz="1600" dirty="0"/>
              <a:t>   =&gt; </a:t>
            </a:r>
            <a:r>
              <a:rPr lang="en-US" altLang="ko-KR" sz="1600" dirty="0" err="1"/>
              <a:t>bytecode</a:t>
            </a:r>
            <a:r>
              <a:rPr lang="ko-KR" altLang="en-US" sz="1600" dirty="0"/>
              <a:t>를 사용하여 실행</a:t>
            </a:r>
            <a:endParaRPr lang="en-US" altLang="ko-KR" sz="1600" dirty="0"/>
          </a:p>
          <a:p>
            <a:pPr marL="342900" indent="-342900"/>
            <a:r>
              <a:rPr lang="en-US" altLang="ko-KR" sz="1600" dirty="0"/>
              <a:t>   </a:t>
            </a:r>
            <a:r>
              <a:rPr lang="ko-KR" altLang="en-US" sz="1600" b="1" dirty="0"/>
              <a:t>사용법</a:t>
            </a:r>
            <a:r>
              <a:rPr lang="en-US" altLang="ko-KR" sz="1600" b="1" dirty="0"/>
              <a:t>)</a:t>
            </a:r>
          </a:p>
          <a:p>
            <a:pPr marL="342900" indent="-342900"/>
            <a:r>
              <a:rPr lang="en-US" altLang="ko-KR" sz="1600" dirty="0"/>
              <a:t>    java –</a:t>
            </a:r>
            <a:r>
              <a:rPr lang="ko-KR" altLang="en-US" sz="1600" dirty="0"/>
              <a:t>옵션 </a:t>
            </a:r>
            <a:r>
              <a:rPr lang="en-US" altLang="ko-KR" sz="1600" dirty="0" err="1"/>
              <a:t>bytecode</a:t>
            </a:r>
            <a:r>
              <a:rPr lang="ko-KR" altLang="en-US" sz="1600" dirty="0"/>
              <a:t>명</a:t>
            </a:r>
            <a:endParaRPr lang="en-US" altLang="ko-KR" sz="1600" dirty="0"/>
          </a:p>
          <a:p>
            <a:pPr marL="342900" indent="-342900"/>
            <a:endParaRPr lang="ko-KR" altLang="en-US" sz="1600" dirty="0"/>
          </a:p>
        </p:txBody>
      </p:sp>
      <p:cxnSp>
        <p:nvCxnSpPr>
          <p:cNvPr id="5" name="직선 화살표 연결선 4"/>
          <p:cNvCxnSpPr/>
          <p:nvPr/>
        </p:nvCxnSpPr>
        <p:spPr>
          <a:xfrm rot="10800000" flipV="1">
            <a:off x="1214414" y="22001"/>
            <a:ext cx="857256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43108" y="-71462"/>
            <a:ext cx="4047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*</a:t>
            </a:r>
            <a:r>
              <a:rPr lang="ko-KR" altLang="en-US" sz="1400" dirty="0"/>
              <a:t>사람이 해야 할 일을 컴퓨터에게 시키기 위해서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664943"/>
            <a:ext cx="8001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8" y="950695"/>
            <a:ext cx="7905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직선 화살표 연결선 9"/>
          <p:cNvCxnSpPr/>
          <p:nvPr/>
        </p:nvCxnSpPr>
        <p:spPr>
          <a:xfrm rot="10800000" flipV="1">
            <a:off x="1785918" y="2022265"/>
            <a:ext cx="1214446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71802" y="1879389"/>
            <a:ext cx="496642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*high-level language</a:t>
            </a:r>
          </a:p>
          <a:p>
            <a:r>
              <a:rPr lang="en-US" altLang="ko-KR" sz="1400" dirty="0"/>
              <a:t>  : </a:t>
            </a:r>
            <a:r>
              <a:rPr lang="ko-KR" altLang="en-US" sz="1400" dirty="0"/>
              <a:t>사람의 언어로 </a:t>
            </a:r>
            <a:r>
              <a:rPr lang="ko-KR" altLang="en-US" sz="1400" dirty="0" err="1"/>
              <a:t>코딩하는</a:t>
            </a:r>
            <a:r>
              <a:rPr lang="ko-KR" altLang="en-US" sz="1400" dirty="0"/>
              <a:t> 언어</a:t>
            </a:r>
            <a:r>
              <a:rPr lang="en-US" altLang="ko-KR" sz="1400" dirty="0"/>
              <a:t>(</a:t>
            </a:r>
            <a:r>
              <a:rPr lang="ko-KR" altLang="en-US" sz="1400" dirty="0"/>
              <a:t>영어</a:t>
            </a:r>
            <a:r>
              <a:rPr lang="en-US" altLang="ko-KR" sz="1400" dirty="0"/>
              <a:t>, </a:t>
            </a:r>
            <a:r>
              <a:rPr lang="ko-KR" altLang="en-US" sz="1400" dirty="0"/>
              <a:t>한글</a:t>
            </a:r>
            <a:r>
              <a:rPr lang="en-US" altLang="ko-KR" sz="1400" dirty="0"/>
              <a:t>, </a:t>
            </a:r>
            <a:r>
              <a:rPr lang="ko-KR" altLang="en-US" sz="1400" dirty="0"/>
              <a:t>숫자</a:t>
            </a:r>
            <a:r>
              <a:rPr lang="en-US" altLang="ko-KR" sz="1400" dirty="0"/>
              <a:t>,</a:t>
            </a:r>
            <a:r>
              <a:rPr lang="ko-KR" altLang="en-US" sz="1400" dirty="0"/>
              <a:t>특수문자 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  java, C/C++, </a:t>
            </a:r>
            <a:r>
              <a:rPr lang="en-US" altLang="ko-KR" sz="1400" dirty="0" err="1"/>
              <a:t>PyThon</a:t>
            </a:r>
            <a:r>
              <a:rPr lang="en-US" altLang="ko-KR" sz="1400" dirty="0"/>
              <a:t>,,</a:t>
            </a:r>
          </a:p>
          <a:p>
            <a:r>
              <a:rPr lang="en-US" altLang="ko-KR" sz="1400" dirty="0"/>
              <a:t>*low-level language</a:t>
            </a:r>
          </a:p>
          <a:p>
            <a:r>
              <a:rPr lang="en-US" altLang="ko-KR" sz="1400" dirty="0"/>
              <a:t>  : </a:t>
            </a:r>
            <a:r>
              <a:rPr lang="ko-KR" altLang="en-US" sz="1400" dirty="0"/>
              <a:t>컴퓨터의 언어 </a:t>
            </a:r>
            <a:r>
              <a:rPr lang="ko-KR" altLang="en-US" sz="1400" dirty="0" err="1"/>
              <a:t>코딩하는</a:t>
            </a:r>
            <a:r>
              <a:rPr lang="ko-KR" altLang="en-US" sz="1400" dirty="0"/>
              <a:t> 언어</a:t>
            </a:r>
            <a:r>
              <a:rPr lang="en-US" altLang="ko-KR" sz="1400" dirty="0"/>
              <a:t>.(</a:t>
            </a:r>
            <a:r>
              <a:rPr lang="ko-KR" altLang="en-US" sz="1400" dirty="0"/>
              <a:t>기계어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  Assembly, COBOL</a:t>
            </a:r>
            <a:endParaRPr lang="ko-KR" altLang="en-US" sz="1400" dirty="0"/>
          </a:p>
        </p:txBody>
      </p:sp>
      <p:sp>
        <p:nvSpPr>
          <p:cNvPr id="12" name="자유형 11"/>
          <p:cNvSpPr/>
          <p:nvPr/>
        </p:nvSpPr>
        <p:spPr>
          <a:xfrm>
            <a:off x="771525" y="2636636"/>
            <a:ext cx="774683" cy="1228725"/>
          </a:xfrm>
          <a:custGeom>
            <a:avLst/>
            <a:gdLst>
              <a:gd name="connsiteX0" fmla="*/ 762000 w 774683"/>
              <a:gd name="connsiteY0" fmla="*/ 0 h 1228725"/>
              <a:gd name="connsiteX1" fmla="*/ 762000 w 774683"/>
              <a:gd name="connsiteY1" fmla="*/ 285750 h 1228725"/>
              <a:gd name="connsiteX2" fmla="*/ 752475 w 774683"/>
              <a:gd name="connsiteY2" fmla="*/ 314325 h 1228725"/>
              <a:gd name="connsiteX3" fmla="*/ 747713 w 774683"/>
              <a:gd name="connsiteY3" fmla="*/ 328613 h 1228725"/>
              <a:gd name="connsiteX4" fmla="*/ 738188 w 774683"/>
              <a:gd name="connsiteY4" fmla="*/ 342900 h 1228725"/>
              <a:gd name="connsiteX5" fmla="*/ 723900 w 774683"/>
              <a:gd name="connsiteY5" fmla="*/ 381000 h 1228725"/>
              <a:gd name="connsiteX6" fmla="*/ 714375 w 774683"/>
              <a:gd name="connsiteY6" fmla="*/ 404813 h 1228725"/>
              <a:gd name="connsiteX7" fmla="*/ 685800 w 774683"/>
              <a:gd name="connsiteY7" fmla="*/ 447675 h 1228725"/>
              <a:gd name="connsiteX8" fmla="*/ 676275 w 774683"/>
              <a:gd name="connsiteY8" fmla="*/ 461963 h 1228725"/>
              <a:gd name="connsiteX9" fmla="*/ 666750 w 774683"/>
              <a:gd name="connsiteY9" fmla="*/ 476250 h 1228725"/>
              <a:gd name="connsiteX10" fmla="*/ 652463 w 774683"/>
              <a:gd name="connsiteY10" fmla="*/ 500063 h 1228725"/>
              <a:gd name="connsiteX11" fmla="*/ 638175 w 774683"/>
              <a:gd name="connsiteY11" fmla="*/ 514350 h 1228725"/>
              <a:gd name="connsiteX12" fmla="*/ 628650 w 774683"/>
              <a:gd name="connsiteY12" fmla="*/ 533400 h 1228725"/>
              <a:gd name="connsiteX13" fmla="*/ 623888 w 774683"/>
              <a:gd name="connsiteY13" fmla="*/ 547688 h 1228725"/>
              <a:gd name="connsiteX14" fmla="*/ 590550 w 774683"/>
              <a:gd name="connsiteY14" fmla="*/ 581025 h 1228725"/>
              <a:gd name="connsiteX15" fmla="*/ 561975 w 774683"/>
              <a:gd name="connsiteY15" fmla="*/ 609600 h 1228725"/>
              <a:gd name="connsiteX16" fmla="*/ 533400 w 774683"/>
              <a:gd name="connsiteY16" fmla="*/ 638175 h 1228725"/>
              <a:gd name="connsiteX17" fmla="*/ 500063 w 774683"/>
              <a:gd name="connsiteY17" fmla="*/ 671513 h 1228725"/>
              <a:gd name="connsiteX18" fmla="*/ 485775 w 774683"/>
              <a:gd name="connsiteY18" fmla="*/ 685800 h 1228725"/>
              <a:gd name="connsiteX19" fmla="*/ 447675 w 774683"/>
              <a:gd name="connsiteY19" fmla="*/ 714375 h 1228725"/>
              <a:gd name="connsiteX20" fmla="*/ 433388 w 774683"/>
              <a:gd name="connsiteY20" fmla="*/ 723900 h 1228725"/>
              <a:gd name="connsiteX21" fmla="*/ 400050 w 774683"/>
              <a:gd name="connsiteY21" fmla="*/ 752475 h 1228725"/>
              <a:gd name="connsiteX22" fmla="*/ 366713 w 774683"/>
              <a:gd name="connsiteY22" fmla="*/ 771525 h 1228725"/>
              <a:gd name="connsiteX23" fmla="*/ 333375 w 774683"/>
              <a:gd name="connsiteY23" fmla="*/ 790575 h 1228725"/>
              <a:gd name="connsiteX24" fmla="*/ 319088 w 774683"/>
              <a:gd name="connsiteY24" fmla="*/ 804863 h 1228725"/>
              <a:gd name="connsiteX25" fmla="*/ 285750 w 774683"/>
              <a:gd name="connsiteY25" fmla="*/ 823913 h 1228725"/>
              <a:gd name="connsiteX26" fmla="*/ 252413 w 774683"/>
              <a:gd name="connsiteY26" fmla="*/ 847725 h 1228725"/>
              <a:gd name="connsiteX27" fmla="*/ 238125 w 774683"/>
              <a:gd name="connsiteY27" fmla="*/ 862013 h 1228725"/>
              <a:gd name="connsiteX28" fmla="*/ 204788 w 774683"/>
              <a:gd name="connsiteY28" fmla="*/ 885825 h 1228725"/>
              <a:gd name="connsiteX29" fmla="*/ 161925 w 774683"/>
              <a:gd name="connsiteY29" fmla="*/ 928688 h 1228725"/>
              <a:gd name="connsiteX30" fmla="*/ 142875 w 774683"/>
              <a:gd name="connsiteY30" fmla="*/ 947738 h 1228725"/>
              <a:gd name="connsiteX31" fmla="*/ 119063 w 774683"/>
              <a:gd name="connsiteY31" fmla="*/ 971550 h 1228725"/>
              <a:gd name="connsiteX32" fmla="*/ 90488 w 774683"/>
              <a:gd name="connsiteY32" fmla="*/ 1014413 h 1228725"/>
              <a:gd name="connsiteX33" fmla="*/ 80963 w 774683"/>
              <a:gd name="connsiteY33" fmla="*/ 1028700 h 1228725"/>
              <a:gd name="connsiteX34" fmla="*/ 66675 w 774683"/>
              <a:gd name="connsiteY34" fmla="*/ 1071563 h 1228725"/>
              <a:gd name="connsiteX35" fmla="*/ 61913 w 774683"/>
              <a:gd name="connsiteY35" fmla="*/ 1085850 h 1228725"/>
              <a:gd name="connsiteX36" fmla="*/ 42863 w 774683"/>
              <a:gd name="connsiteY36" fmla="*/ 1119188 h 1228725"/>
              <a:gd name="connsiteX37" fmla="*/ 28575 w 774683"/>
              <a:gd name="connsiteY37" fmla="*/ 1152525 h 1228725"/>
              <a:gd name="connsiteX38" fmla="*/ 19050 w 774683"/>
              <a:gd name="connsiteY38" fmla="*/ 1209675 h 1228725"/>
              <a:gd name="connsiteX39" fmla="*/ 14288 w 774683"/>
              <a:gd name="connsiteY39" fmla="*/ 1223963 h 1228725"/>
              <a:gd name="connsiteX40" fmla="*/ 0 w 774683"/>
              <a:gd name="connsiteY40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774683" h="1228725">
                <a:moveTo>
                  <a:pt x="762000" y="0"/>
                </a:moveTo>
                <a:cubicBezTo>
                  <a:pt x="774683" y="114135"/>
                  <a:pt x="772810" y="80370"/>
                  <a:pt x="762000" y="285750"/>
                </a:cubicBezTo>
                <a:cubicBezTo>
                  <a:pt x="761472" y="295776"/>
                  <a:pt x="755650" y="304800"/>
                  <a:pt x="752475" y="314325"/>
                </a:cubicBezTo>
                <a:cubicBezTo>
                  <a:pt x="750888" y="319088"/>
                  <a:pt x="750498" y="324436"/>
                  <a:pt x="747713" y="328613"/>
                </a:cubicBezTo>
                <a:cubicBezTo>
                  <a:pt x="744538" y="333375"/>
                  <a:pt x="740748" y="337781"/>
                  <a:pt x="738188" y="342900"/>
                </a:cubicBezTo>
                <a:cubicBezTo>
                  <a:pt x="728990" y="361296"/>
                  <a:pt x="730080" y="364521"/>
                  <a:pt x="723900" y="381000"/>
                </a:cubicBezTo>
                <a:cubicBezTo>
                  <a:pt x="720898" y="389005"/>
                  <a:pt x="718469" y="397308"/>
                  <a:pt x="714375" y="404813"/>
                </a:cubicBezTo>
                <a:cubicBezTo>
                  <a:pt x="714370" y="404822"/>
                  <a:pt x="690565" y="440527"/>
                  <a:pt x="685800" y="447675"/>
                </a:cubicBezTo>
                <a:lnTo>
                  <a:pt x="676275" y="461963"/>
                </a:lnTo>
                <a:cubicBezTo>
                  <a:pt x="673100" y="466725"/>
                  <a:pt x="669695" y="471342"/>
                  <a:pt x="666750" y="476250"/>
                </a:cubicBezTo>
                <a:cubicBezTo>
                  <a:pt x="661988" y="484188"/>
                  <a:pt x="658017" y="492658"/>
                  <a:pt x="652463" y="500063"/>
                </a:cubicBezTo>
                <a:cubicBezTo>
                  <a:pt x="648422" y="505451"/>
                  <a:pt x="642938" y="509588"/>
                  <a:pt x="638175" y="514350"/>
                </a:cubicBezTo>
                <a:cubicBezTo>
                  <a:pt x="635000" y="520700"/>
                  <a:pt x="631447" y="526874"/>
                  <a:pt x="628650" y="533400"/>
                </a:cubicBezTo>
                <a:cubicBezTo>
                  <a:pt x="626673" y="538014"/>
                  <a:pt x="627024" y="543768"/>
                  <a:pt x="623888" y="547688"/>
                </a:cubicBezTo>
                <a:cubicBezTo>
                  <a:pt x="614071" y="559960"/>
                  <a:pt x="599267" y="567949"/>
                  <a:pt x="590550" y="581025"/>
                </a:cubicBezTo>
                <a:cubicBezTo>
                  <a:pt x="576622" y="601917"/>
                  <a:pt x="585604" y="591879"/>
                  <a:pt x="561975" y="609600"/>
                </a:cubicBezTo>
                <a:cubicBezTo>
                  <a:pt x="543459" y="637375"/>
                  <a:pt x="563392" y="610909"/>
                  <a:pt x="533400" y="638175"/>
                </a:cubicBezTo>
                <a:cubicBezTo>
                  <a:pt x="521772" y="648746"/>
                  <a:pt x="511176" y="660400"/>
                  <a:pt x="500063" y="671513"/>
                </a:cubicBezTo>
                <a:cubicBezTo>
                  <a:pt x="495300" y="676276"/>
                  <a:pt x="491163" y="681759"/>
                  <a:pt x="485775" y="685800"/>
                </a:cubicBezTo>
                <a:cubicBezTo>
                  <a:pt x="473075" y="695325"/>
                  <a:pt x="460884" y="705569"/>
                  <a:pt x="447675" y="714375"/>
                </a:cubicBezTo>
                <a:cubicBezTo>
                  <a:pt x="442913" y="717550"/>
                  <a:pt x="437785" y="720236"/>
                  <a:pt x="433388" y="723900"/>
                </a:cubicBezTo>
                <a:cubicBezTo>
                  <a:pt x="391851" y="758515"/>
                  <a:pt x="449986" y="716807"/>
                  <a:pt x="400050" y="752475"/>
                </a:cubicBezTo>
                <a:cubicBezTo>
                  <a:pt x="363334" y="778701"/>
                  <a:pt x="411376" y="743610"/>
                  <a:pt x="366713" y="771525"/>
                </a:cubicBezTo>
                <a:cubicBezTo>
                  <a:pt x="333762" y="792120"/>
                  <a:pt x="361445" y="781220"/>
                  <a:pt x="333375" y="790575"/>
                </a:cubicBezTo>
                <a:cubicBezTo>
                  <a:pt x="328613" y="795338"/>
                  <a:pt x="324262" y="800551"/>
                  <a:pt x="319088" y="804863"/>
                </a:cubicBezTo>
                <a:cubicBezTo>
                  <a:pt x="306432" y="815410"/>
                  <a:pt x="300569" y="815445"/>
                  <a:pt x="285750" y="823913"/>
                </a:cubicBezTo>
                <a:cubicBezTo>
                  <a:pt x="278215" y="828219"/>
                  <a:pt x="257520" y="843348"/>
                  <a:pt x="252413" y="847725"/>
                </a:cubicBezTo>
                <a:cubicBezTo>
                  <a:pt x="247299" y="852108"/>
                  <a:pt x="243299" y="857701"/>
                  <a:pt x="238125" y="862013"/>
                </a:cubicBezTo>
                <a:cubicBezTo>
                  <a:pt x="203343" y="890998"/>
                  <a:pt x="247680" y="847223"/>
                  <a:pt x="204788" y="885825"/>
                </a:cubicBezTo>
                <a:lnTo>
                  <a:pt x="161925" y="928688"/>
                </a:lnTo>
                <a:cubicBezTo>
                  <a:pt x="155575" y="935038"/>
                  <a:pt x="147856" y="940266"/>
                  <a:pt x="142875" y="947738"/>
                </a:cubicBezTo>
                <a:cubicBezTo>
                  <a:pt x="130175" y="966787"/>
                  <a:pt x="138112" y="958850"/>
                  <a:pt x="119063" y="971550"/>
                </a:cubicBezTo>
                <a:lnTo>
                  <a:pt x="90488" y="1014413"/>
                </a:lnTo>
                <a:cubicBezTo>
                  <a:pt x="87313" y="1019175"/>
                  <a:pt x="82773" y="1023270"/>
                  <a:pt x="80963" y="1028700"/>
                </a:cubicBezTo>
                <a:lnTo>
                  <a:pt x="66675" y="1071563"/>
                </a:lnTo>
                <a:cubicBezTo>
                  <a:pt x="65088" y="1076325"/>
                  <a:pt x="64697" y="1081673"/>
                  <a:pt x="61913" y="1085850"/>
                </a:cubicBezTo>
                <a:cubicBezTo>
                  <a:pt x="52347" y="1100200"/>
                  <a:pt x="50115" y="1102268"/>
                  <a:pt x="42863" y="1119188"/>
                </a:cubicBezTo>
                <a:cubicBezTo>
                  <a:pt x="21839" y="1168241"/>
                  <a:pt x="60166" y="1089343"/>
                  <a:pt x="28575" y="1152525"/>
                </a:cubicBezTo>
                <a:cubicBezTo>
                  <a:pt x="25400" y="1171575"/>
                  <a:pt x="25156" y="1191353"/>
                  <a:pt x="19050" y="1209675"/>
                </a:cubicBezTo>
                <a:cubicBezTo>
                  <a:pt x="17463" y="1214438"/>
                  <a:pt x="17838" y="1220413"/>
                  <a:pt x="14288" y="1223963"/>
                </a:cubicBezTo>
                <a:cubicBezTo>
                  <a:pt x="10738" y="1227513"/>
                  <a:pt x="0" y="1228725"/>
                  <a:pt x="0" y="122872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0100" y="3379587"/>
            <a:ext cx="33345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주의 </a:t>
            </a:r>
            <a:r>
              <a:rPr lang="en-US" altLang="ko-KR" sz="1100" dirty="0"/>
              <a:t>: </a:t>
            </a:r>
            <a:r>
              <a:rPr lang="ko-KR" altLang="en-US" sz="1100" dirty="0"/>
              <a:t>클래스명과 동일한 이름으로 파일명을 설정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cxnSp>
        <p:nvCxnSpPr>
          <p:cNvPr id="15" name="직선 화살표 연결선 14"/>
          <p:cNvCxnSpPr/>
          <p:nvPr/>
        </p:nvCxnSpPr>
        <p:spPr>
          <a:xfrm rot="10800000" flipV="1">
            <a:off x="2143108" y="1307885"/>
            <a:ext cx="1143008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86116" y="1165009"/>
            <a:ext cx="28039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주의 </a:t>
            </a:r>
            <a:endParaRPr lang="en-US" altLang="ko-KR" sz="1100" b="1" dirty="0"/>
          </a:p>
          <a:p>
            <a:pPr>
              <a:buFontTx/>
              <a:buChar char="-"/>
            </a:pPr>
            <a:r>
              <a:rPr lang="ko-KR" altLang="en-US" sz="1100" dirty="0"/>
              <a:t>대</a:t>
            </a:r>
            <a:r>
              <a:rPr lang="en-US" altLang="ko-KR" sz="1100" dirty="0"/>
              <a:t>,</a:t>
            </a:r>
            <a:r>
              <a:rPr lang="ko-KR" altLang="en-US" sz="1100" dirty="0"/>
              <a:t>소문자를 구분</a:t>
            </a:r>
            <a:r>
              <a:rPr lang="en-US" altLang="ko-KR" sz="1100" dirty="0"/>
              <a:t>. ( A = a)</a:t>
            </a:r>
          </a:p>
          <a:p>
            <a:pPr>
              <a:buFontTx/>
              <a:buChar char="-"/>
            </a:pPr>
            <a:r>
              <a:rPr lang="ko-KR" altLang="en-US" sz="1100" dirty="0"/>
              <a:t>문장</a:t>
            </a:r>
            <a:r>
              <a:rPr lang="en-US" altLang="ko-KR" sz="1100" dirty="0"/>
              <a:t>( </a:t>
            </a:r>
            <a:r>
              <a:rPr lang="ko-KR" altLang="en-US" sz="1100" dirty="0"/>
              <a:t>명령 </a:t>
            </a:r>
            <a:r>
              <a:rPr lang="en-US" altLang="ko-KR" sz="1100" dirty="0"/>
              <a:t>)</a:t>
            </a:r>
            <a:r>
              <a:rPr lang="ko-KR" altLang="en-US" sz="1100" dirty="0"/>
              <a:t>의 끝에는 반드시 </a:t>
            </a:r>
            <a:r>
              <a:rPr lang="en-US" altLang="ko-KR" sz="1100" dirty="0"/>
              <a:t>;</a:t>
            </a:r>
            <a:r>
              <a:rPr lang="ko-KR" altLang="en-US" sz="1100" dirty="0"/>
              <a:t>을 붙인다</a:t>
            </a:r>
            <a:r>
              <a:rPr lang="en-US" altLang="ko-KR" sz="1100" dirty="0"/>
              <a:t>.</a:t>
            </a:r>
          </a:p>
          <a:p>
            <a:pPr>
              <a:buFontTx/>
              <a:buChar char="-"/>
            </a:pPr>
            <a:r>
              <a:rPr lang="ko-KR" altLang="en-US" sz="1100" dirty="0"/>
              <a:t>괄호는 반드시 짝으로 구성된다</a:t>
            </a:r>
            <a:r>
              <a:rPr lang="en-US" altLang="ko-KR" sz="1100" dirty="0"/>
              <a:t>. (), {}, []</a:t>
            </a:r>
            <a:endParaRPr lang="ko-KR" altLang="en-US" sz="1100" dirty="0"/>
          </a:p>
        </p:txBody>
      </p:sp>
      <p:cxnSp>
        <p:nvCxnSpPr>
          <p:cNvPr id="18" name="직선 연결선 17"/>
          <p:cNvCxnSpPr/>
          <p:nvPr/>
        </p:nvCxnSpPr>
        <p:spPr>
          <a:xfrm rot="5400000">
            <a:off x="4779173" y="1434094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자유형 18"/>
          <p:cNvSpPr/>
          <p:nvPr/>
        </p:nvSpPr>
        <p:spPr>
          <a:xfrm>
            <a:off x="2414305" y="4755949"/>
            <a:ext cx="1344808" cy="595312"/>
          </a:xfrm>
          <a:custGeom>
            <a:avLst/>
            <a:gdLst>
              <a:gd name="connsiteX0" fmla="*/ 283 w 1344808"/>
              <a:gd name="connsiteY0" fmla="*/ 0 h 595312"/>
              <a:gd name="connsiteX1" fmla="*/ 5045 w 1344808"/>
              <a:gd name="connsiteY1" fmla="*/ 47625 h 595312"/>
              <a:gd name="connsiteX2" fmla="*/ 19333 w 1344808"/>
              <a:gd name="connsiteY2" fmla="*/ 57150 h 595312"/>
              <a:gd name="connsiteX3" fmla="*/ 33620 w 1344808"/>
              <a:gd name="connsiteY3" fmla="*/ 76200 h 595312"/>
              <a:gd name="connsiteX4" fmla="*/ 62195 w 1344808"/>
              <a:gd name="connsiteY4" fmla="*/ 100012 h 595312"/>
              <a:gd name="connsiteX5" fmla="*/ 138395 w 1344808"/>
              <a:gd name="connsiteY5" fmla="*/ 138112 h 595312"/>
              <a:gd name="connsiteX6" fmla="*/ 176495 w 1344808"/>
              <a:gd name="connsiteY6" fmla="*/ 147637 h 595312"/>
              <a:gd name="connsiteX7" fmla="*/ 928970 w 1344808"/>
              <a:gd name="connsiteY7" fmla="*/ 157162 h 595312"/>
              <a:gd name="connsiteX8" fmla="*/ 952783 w 1344808"/>
              <a:gd name="connsiteY8" fmla="*/ 161925 h 595312"/>
              <a:gd name="connsiteX9" fmla="*/ 986120 w 1344808"/>
              <a:gd name="connsiteY9" fmla="*/ 166687 h 595312"/>
              <a:gd name="connsiteX10" fmla="*/ 1024220 w 1344808"/>
              <a:gd name="connsiteY10" fmla="*/ 176212 h 595312"/>
              <a:gd name="connsiteX11" fmla="*/ 1071845 w 1344808"/>
              <a:gd name="connsiteY11" fmla="*/ 195262 h 595312"/>
              <a:gd name="connsiteX12" fmla="*/ 1086133 w 1344808"/>
              <a:gd name="connsiteY12" fmla="*/ 200025 h 595312"/>
              <a:gd name="connsiteX13" fmla="*/ 1100420 w 1344808"/>
              <a:gd name="connsiteY13" fmla="*/ 204787 h 595312"/>
              <a:gd name="connsiteX14" fmla="*/ 1143283 w 1344808"/>
              <a:gd name="connsiteY14" fmla="*/ 223837 h 595312"/>
              <a:gd name="connsiteX15" fmla="*/ 1186145 w 1344808"/>
              <a:gd name="connsiteY15" fmla="*/ 242887 h 595312"/>
              <a:gd name="connsiteX16" fmla="*/ 1205195 w 1344808"/>
              <a:gd name="connsiteY16" fmla="*/ 261937 h 595312"/>
              <a:gd name="connsiteX17" fmla="*/ 1219483 w 1344808"/>
              <a:gd name="connsiteY17" fmla="*/ 266700 h 595312"/>
              <a:gd name="connsiteX18" fmla="*/ 1257583 w 1344808"/>
              <a:gd name="connsiteY18" fmla="*/ 295275 h 595312"/>
              <a:gd name="connsiteX19" fmla="*/ 1257583 w 1344808"/>
              <a:gd name="connsiteY19" fmla="*/ 295275 h 595312"/>
              <a:gd name="connsiteX20" fmla="*/ 1276633 w 1344808"/>
              <a:gd name="connsiteY20" fmla="*/ 314325 h 595312"/>
              <a:gd name="connsiteX21" fmla="*/ 1295683 w 1344808"/>
              <a:gd name="connsiteY21" fmla="*/ 342900 h 595312"/>
              <a:gd name="connsiteX22" fmla="*/ 1314733 w 1344808"/>
              <a:gd name="connsiteY22" fmla="*/ 376237 h 595312"/>
              <a:gd name="connsiteX23" fmla="*/ 1324258 w 1344808"/>
              <a:gd name="connsiteY23" fmla="*/ 414337 h 595312"/>
              <a:gd name="connsiteX24" fmla="*/ 1333783 w 1344808"/>
              <a:gd name="connsiteY24" fmla="*/ 452437 h 595312"/>
              <a:gd name="connsiteX25" fmla="*/ 1338545 w 1344808"/>
              <a:gd name="connsiteY25" fmla="*/ 595312 h 595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344808" h="595312">
                <a:moveTo>
                  <a:pt x="283" y="0"/>
                </a:moveTo>
                <a:cubicBezTo>
                  <a:pt x="1870" y="15875"/>
                  <a:pt x="0" y="32490"/>
                  <a:pt x="5045" y="47625"/>
                </a:cubicBezTo>
                <a:cubicBezTo>
                  <a:pt x="6855" y="53055"/>
                  <a:pt x="15286" y="53103"/>
                  <a:pt x="19333" y="57150"/>
                </a:cubicBezTo>
                <a:cubicBezTo>
                  <a:pt x="24946" y="62763"/>
                  <a:pt x="28007" y="70587"/>
                  <a:pt x="33620" y="76200"/>
                </a:cubicBezTo>
                <a:cubicBezTo>
                  <a:pt x="42387" y="84967"/>
                  <a:pt x="52276" y="92573"/>
                  <a:pt x="62195" y="100012"/>
                </a:cubicBezTo>
                <a:cubicBezTo>
                  <a:pt x="86162" y="117987"/>
                  <a:pt x="108271" y="130581"/>
                  <a:pt x="138395" y="138112"/>
                </a:cubicBezTo>
                <a:cubicBezTo>
                  <a:pt x="151095" y="141287"/>
                  <a:pt x="163408" y="147322"/>
                  <a:pt x="176495" y="147637"/>
                </a:cubicBezTo>
                <a:cubicBezTo>
                  <a:pt x="427267" y="153680"/>
                  <a:pt x="678145" y="153987"/>
                  <a:pt x="928970" y="157162"/>
                </a:cubicBezTo>
                <a:cubicBezTo>
                  <a:pt x="936908" y="158750"/>
                  <a:pt x="944798" y="160594"/>
                  <a:pt x="952783" y="161925"/>
                </a:cubicBezTo>
                <a:cubicBezTo>
                  <a:pt x="963855" y="163770"/>
                  <a:pt x="975113" y="164486"/>
                  <a:pt x="986120" y="166687"/>
                </a:cubicBezTo>
                <a:cubicBezTo>
                  <a:pt x="998957" y="169254"/>
                  <a:pt x="1024220" y="176212"/>
                  <a:pt x="1024220" y="176212"/>
                </a:cubicBezTo>
                <a:cubicBezTo>
                  <a:pt x="1052251" y="190228"/>
                  <a:pt x="1036533" y="183491"/>
                  <a:pt x="1071845" y="195262"/>
                </a:cubicBezTo>
                <a:lnTo>
                  <a:pt x="1086133" y="200025"/>
                </a:lnTo>
                <a:lnTo>
                  <a:pt x="1100420" y="204787"/>
                </a:lnTo>
                <a:cubicBezTo>
                  <a:pt x="1143651" y="237211"/>
                  <a:pt x="1093630" y="203976"/>
                  <a:pt x="1143283" y="223837"/>
                </a:cubicBezTo>
                <a:cubicBezTo>
                  <a:pt x="1211940" y="251300"/>
                  <a:pt x="1130373" y="228946"/>
                  <a:pt x="1186145" y="242887"/>
                </a:cubicBezTo>
                <a:cubicBezTo>
                  <a:pt x="1192495" y="249237"/>
                  <a:pt x="1197887" y="256717"/>
                  <a:pt x="1205195" y="261937"/>
                </a:cubicBezTo>
                <a:cubicBezTo>
                  <a:pt x="1209280" y="264855"/>
                  <a:pt x="1215248" y="264005"/>
                  <a:pt x="1219483" y="266700"/>
                </a:cubicBezTo>
                <a:cubicBezTo>
                  <a:pt x="1232876" y="275223"/>
                  <a:pt x="1244883" y="285750"/>
                  <a:pt x="1257583" y="295275"/>
                </a:cubicBezTo>
                <a:lnTo>
                  <a:pt x="1257583" y="295275"/>
                </a:lnTo>
                <a:cubicBezTo>
                  <a:pt x="1263933" y="301625"/>
                  <a:pt x="1271023" y="307313"/>
                  <a:pt x="1276633" y="314325"/>
                </a:cubicBezTo>
                <a:cubicBezTo>
                  <a:pt x="1283784" y="323264"/>
                  <a:pt x="1289333" y="333375"/>
                  <a:pt x="1295683" y="342900"/>
                </a:cubicBezTo>
                <a:cubicBezTo>
                  <a:pt x="1309147" y="363096"/>
                  <a:pt x="1302647" y="352065"/>
                  <a:pt x="1314733" y="376237"/>
                </a:cubicBezTo>
                <a:cubicBezTo>
                  <a:pt x="1317908" y="388937"/>
                  <a:pt x="1321691" y="401500"/>
                  <a:pt x="1324258" y="414337"/>
                </a:cubicBezTo>
                <a:cubicBezTo>
                  <a:pt x="1330004" y="443073"/>
                  <a:pt x="1326460" y="430471"/>
                  <a:pt x="1333783" y="452437"/>
                </a:cubicBezTo>
                <a:cubicBezTo>
                  <a:pt x="1344808" y="518594"/>
                  <a:pt x="1338545" y="471356"/>
                  <a:pt x="1338545" y="595312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0214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571480"/>
            <a:ext cx="3000396" cy="552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연결선 5"/>
          <p:cNvCxnSpPr/>
          <p:nvPr/>
        </p:nvCxnSpPr>
        <p:spPr>
          <a:xfrm>
            <a:off x="285720" y="600058"/>
            <a:ext cx="100013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rot="5400000">
            <a:off x="642910" y="357166"/>
            <a:ext cx="214314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4348" y="142852"/>
            <a:ext cx="36263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prompt : </a:t>
            </a:r>
            <a:r>
              <a:rPr lang="ko-KR" altLang="en-US" sz="1100" dirty="0"/>
              <a:t>현재 작업중인 </a:t>
            </a:r>
            <a:r>
              <a:rPr lang="en-US" altLang="ko-KR" sz="1100" dirty="0"/>
              <a:t>directory</a:t>
            </a:r>
            <a:r>
              <a:rPr lang="ko-KR" altLang="en-US" sz="1100" dirty="0"/>
              <a:t>를 보여주는 일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            - </a:t>
            </a:r>
            <a:r>
              <a:rPr lang="ko-KR" altLang="en-US" sz="1100" dirty="0"/>
              <a:t>운영체제에 설치된 프로그램을 사용하는 일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cxnSp>
        <p:nvCxnSpPr>
          <p:cNvPr id="11" name="직선 화살표 연결선 10"/>
          <p:cNvCxnSpPr/>
          <p:nvPr/>
        </p:nvCxnSpPr>
        <p:spPr>
          <a:xfrm rot="10800000" flipV="1">
            <a:off x="1724028" y="642918"/>
            <a:ext cx="2062155" cy="38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86182" y="571480"/>
            <a:ext cx="12057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java.exe </a:t>
            </a:r>
            <a:r>
              <a:rPr lang="ko-KR" altLang="en-US" sz="1100" dirty="0"/>
              <a:t>를 사용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85720" y="714356"/>
            <a:ext cx="3000396" cy="428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/>
          <p:cNvCxnSpPr/>
          <p:nvPr/>
        </p:nvCxnSpPr>
        <p:spPr>
          <a:xfrm rot="10800000">
            <a:off x="3000364" y="1000108"/>
            <a:ext cx="785818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57620" y="1000108"/>
            <a:ext cx="36150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Console : </a:t>
            </a:r>
            <a:r>
              <a:rPr lang="ko-KR" altLang="en-US" sz="1100" dirty="0"/>
              <a:t>운영체제에서 제공하는 언어내의 출력 값을 </a:t>
            </a:r>
            <a:endParaRPr lang="en-US" altLang="ko-KR" sz="1100" dirty="0"/>
          </a:p>
          <a:p>
            <a:r>
              <a:rPr lang="en-US" altLang="ko-KR" sz="1100" dirty="0"/>
              <a:t> </a:t>
            </a:r>
            <a:r>
              <a:rPr lang="ko-KR" altLang="en-US" sz="1100" dirty="0"/>
              <a:t>보여주는 영역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2285992"/>
            <a:ext cx="4572032" cy="1418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214282" y="1857364"/>
            <a:ext cx="1091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*</a:t>
            </a:r>
            <a:r>
              <a:rPr lang="ko-KR" altLang="en-US" sz="1600" dirty="0"/>
              <a:t>문법에러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642910" y="2643182"/>
            <a:ext cx="100013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rot="5400000" flipH="1" flipV="1">
            <a:off x="178563" y="2964653"/>
            <a:ext cx="1071570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406" y="3857628"/>
            <a:ext cx="19976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에러가 발생한 </a:t>
            </a:r>
            <a:r>
              <a:rPr lang="en-US" altLang="ko-KR" sz="1100" dirty="0"/>
              <a:t>Source file </a:t>
            </a:r>
            <a:r>
              <a:rPr lang="ko-KR" altLang="en-US" sz="1100" dirty="0"/>
              <a:t>명</a:t>
            </a:r>
          </a:p>
        </p:txBody>
      </p:sp>
      <p:cxnSp>
        <p:nvCxnSpPr>
          <p:cNvPr id="25" name="직선 화살표 연결선 24"/>
          <p:cNvCxnSpPr/>
          <p:nvPr/>
        </p:nvCxnSpPr>
        <p:spPr>
          <a:xfrm rot="16200000" flipV="1">
            <a:off x="1428728" y="3000372"/>
            <a:ext cx="1214446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85984" y="3857628"/>
            <a:ext cx="1553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에러가 발생한 </a:t>
            </a:r>
            <a:r>
              <a:rPr lang="ko-KR" altLang="en-US" sz="1100" dirty="0" err="1"/>
              <a:t>라인수</a:t>
            </a:r>
            <a:endParaRPr lang="ko-KR" altLang="en-US" sz="1100" dirty="0"/>
          </a:p>
        </p:txBody>
      </p:sp>
      <p:cxnSp>
        <p:nvCxnSpPr>
          <p:cNvPr id="28" name="직선 연결선 27"/>
          <p:cNvCxnSpPr/>
          <p:nvPr/>
        </p:nvCxnSpPr>
        <p:spPr>
          <a:xfrm>
            <a:off x="2019300" y="2652713"/>
            <a:ext cx="2386013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 rot="10800000" flipV="1">
            <a:off x="3714744" y="2000240"/>
            <a:ext cx="928694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43438" y="1857364"/>
            <a:ext cx="14125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에러가 발생한 이유</a:t>
            </a:r>
          </a:p>
        </p:txBody>
      </p:sp>
      <p:cxnSp>
        <p:nvCxnSpPr>
          <p:cNvPr id="33" name="직선 화살표 연결선 32"/>
          <p:cNvCxnSpPr/>
          <p:nvPr/>
        </p:nvCxnSpPr>
        <p:spPr>
          <a:xfrm rot="16200000" flipV="1">
            <a:off x="3714744" y="3000372"/>
            <a:ext cx="928694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0" y="3786190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대략적인 위치</a:t>
            </a:r>
          </a:p>
        </p:txBody>
      </p:sp>
      <p:sp>
        <p:nvSpPr>
          <p:cNvPr id="35" name="자유형 34"/>
          <p:cNvSpPr/>
          <p:nvPr/>
        </p:nvSpPr>
        <p:spPr>
          <a:xfrm>
            <a:off x="1314450" y="2595563"/>
            <a:ext cx="2657475" cy="538162"/>
          </a:xfrm>
          <a:custGeom>
            <a:avLst/>
            <a:gdLst>
              <a:gd name="connsiteX0" fmla="*/ 1233488 w 2657475"/>
              <a:gd name="connsiteY0" fmla="*/ 538162 h 538162"/>
              <a:gd name="connsiteX1" fmla="*/ 1228725 w 2657475"/>
              <a:gd name="connsiteY1" fmla="*/ 523875 h 538162"/>
              <a:gd name="connsiteX2" fmla="*/ 1200150 w 2657475"/>
              <a:gd name="connsiteY2" fmla="*/ 504825 h 538162"/>
              <a:gd name="connsiteX3" fmla="*/ 1185863 w 2657475"/>
              <a:gd name="connsiteY3" fmla="*/ 490537 h 538162"/>
              <a:gd name="connsiteX4" fmla="*/ 1166813 w 2657475"/>
              <a:gd name="connsiteY4" fmla="*/ 485775 h 538162"/>
              <a:gd name="connsiteX5" fmla="*/ 1128713 w 2657475"/>
              <a:gd name="connsiteY5" fmla="*/ 466725 h 538162"/>
              <a:gd name="connsiteX6" fmla="*/ 1109663 w 2657475"/>
              <a:gd name="connsiteY6" fmla="*/ 457200 h 538162"/>
              <a:gd name="connsiteX7" fmla="*/ 1076325 w 2657475"/>
              <a:gd name="connsiteY7" fmla="*/ 447675 h 538162"/>
              <a:gd name="connsiteX8" fmla="*/ 1062038 w 2657475"/>
              <a:gd name="connsiteY8" fmla="*/ 442912 h 538162"/>
              <a:gd name="connsiteX9" fmla="*/ 1042988 w 2657475"/>
              <a:gd name="connsiteY9" fmla="*/ 438150 h 538162"/>
              <a:gd name="connsiteX10" fmla="*/ 995363 w 2657475"/>
              <a:gd name="connsiteY10" fmla="*/ 423862 h 538162"/>
              <a:gd name="connsiteX11" fmla="*/ 923925 w 2657475"/>
              <a:gd name="connsiteY11" fmla="*/ 414337 h 538162"/>
              <a:gd name="connsiteX12" fmla="*/ 538163 w 2657475"/>
              <a:gd name="connsiteY12" fmla="*/ 419100 h 538162"/>
              <a:gd name="connsiteX13" fmla="*/ 509588 w 2657475"/>
              <a:gd name="connsiteY13" fmla="*/ 423862 h 538162"/>
              <a:gd name="connsiteX14" fmla="*/ 461963 w 2657475"/>
              <a:gd name="connsiteY14" fmla="*/ 428625 h 538162"/>
              <a:gd name="connsiteX15" fmla="*/ 414338 w 2657475"/>
              <a:gd name="connsiteY15" fmla="*/ 438150 h 538162"/>
              <a:gd name="connsiteX16" fmla="*/ 390525 w 2657475"/>
              <a:gd name="connsiteY16" fmla="*/ 442912 h 538162"/>
              <a:gd name="connsiteX17" fmla="*/ 323850 w 2657475"/>
              <a:gd name="connsiteY17" fmla="*/ 457200 h 538162"/>
              <a:gd name="connsiteX18" fmla="*/ 295275 w 2657475"/>
              <a:gd name="connsiteY18" fmla="*/ 461962 h 538162"/>
              <a:gd name="connsiteX19" fmla="*/ 257175 w 2657475"/>
              <a:gd name="connsiteY19" fmla="*/ 471487 h 538162"/>
              <a:gd name="connsiteX20" fmla="*/ 233363 w 2657475"/>
              <a:gd name="connsiteY20" fmla="*/ 476250 h 538162"/>
              <a:gd name="connsiteX21" fmla="*/ 195263 w 2657475"/>
              <a:gd name="connsiteY21" fmla="*/ 485775 h 538162"/>
              <a:gd name="connsiteX22" fmla="*/ 176213 w 2657475"/>
              <a:gd name="connsiteY22" fmla="*/ 490537 h 538162"/>
              <a:gd name="connsiteX23" fmla="*/ 114300 w 2657475"/>
              <a:gd name="connsiteY23" fmla="*/ 495300 h 538162"/>
              <a:gd name="connsiteX24" fmla="*/ 4763 w 2657475"/>
              <a:gd name="connsiteY24" fmla="*/ 476250 h 538162"/>
              <a:gd name="connsiteX25" fmla="*/ 0 w 2657475"/>
              <a:gd name="connsiteY25" fmla="*/ 461962 h 538162"/>
              <a:gd name="connsiteX26" fmla="*/ 4763 w 2657475"/>
              <a:gd name="connsiteY26" fmla="*/ 414337 h 538162"/>
              <a:gd name="connsiteX27" fmla="*/ 19050 w 2657475"/>
              <a:gd name="connsiteY27" fmla="*/ 400050 h 538162"/>
              <a:gd name="connsiteX28" fmla="*/ 52388 w 2657475"/>
              <a:gd name="connsiteY28" fmla="*/ 385762 h 538162"/>
              <a:gd name="connsiteX29" fmla="*/ 95250 w 2657475"/>
              <a:gd name="connsiteY29" fmla="*/ 371475 h 538162"/>
              <a:gd name="connsiteX30" fmla="*/ 123825 w 2657475"/>
              <a:gd name="connsiteY30" fmla="*/ 361950 h 538162"/>
              <a:gd name="connsiteX31" fmla="*/ 228600 w 2657475"/>
              <a:gd name="connsiteY31" fmla="*/ 352425 h 538162"/>
              <a:gd name="connsiteX32" fmla="*/ 342900 w 2657475"/>
              <a:gd name="connsiteY32" fmla="*/ 338137 h 538162"/>
              <a:gd name="connsiteX33" fmla="*/ 390525 w 2657475"/>
              <a:gd name="connsiteY33" fmla="*/ 323850 h 538162"/>
              <a:gd name="connsiteX34" fmla="*/ 438150 w 2657475"/>
              <a:gd name="connsiteY34" fmla="*/ 319087 h 538162"/>
              <a:gd name="connsiteX35" fmla="*/ 1428750 w 2657475"/>
              <a:gd name="connsiteY35" fmla="*/ 314325 h 538162"/>
              <a:gd name="connsiteX36" fmla="*/ 1666875 w 2657475"/>
              <a:gd name="connsiteY36" fmla="*/ 295275 h 538162"/>
              <a:gd name="connsiteX37" fmla="*/ 1704975 w 2657475"/>
              <a:gd name="connsiteY37" fmla="*/ 285750 h 538162"/>
              <a:gd name="connsiteX38" fmla="*/ 1800225 w 2657475"/>
              <a:gd name="connsiteY38" fmla="*/ 276225 h 538162"/>
              <a:gd name="connsiteX39" fmla="*/ 1924050 w 2657475"/>
              <a:gd name="connsiteY39" fmla="*/ 261937 h 538162"/>
              <a:gd name="connsiteX40" fmla="*/ 1981200 w 2657475"/>
              <a:gd name="connsiteY40" fmla="*/ 247650 h 538162"/>
              <a:gd name="connsiteX41" fmla="*/ 2033588 w 2657475"/>
              <a:gd name="connsiteY41" fmla="*/ 242887 h 538162"/>
              <a:gd name="connsiteX42" fmla="*/ 2076450 w 2657475"/>
              <a:gd name="connsiteY42" fmla="*/ 233362 h 538162"/>
              <a:gd name="connsiteX43" fmla="*/ 2105025 w 2657475"/>
              <a:gd name="connsiteY43" fmla="*/ 223837 h 538162"/>
              <a:gd name="connsiteX44" fmla="*/ 2119313 w 2657475"/>
              <a:gd name="connsiteY44" fmla="*/ 219075 h 538162"/>
              <a:gd name="connsiteX45" fmla="*/ 2157413 w 2657475"/>
              <a:gd name="connsiteY45" fmla="*/ 209550 h 538162"/>
              <a:gd name="connsiteX46" fmla="*/ 2171700 w 2657475"/>
              <a:gd name="connsiteY46" fmla="*/ 204787 h 538162"/>
              <a:gd name="connsiteX47" fmla="*/ 2195513 w 2657475"/>
              <a:gd name="connsiteY47" fmla="*/ 200025 h 538162"/>
              <a:gd name="connsiteX48" fmla="*/ 2224088 w 2657475"/>
              <a:gd name="connsiteY48" fmla="*/ 190500 h 538162"/>
              <a:gd name="connsiteX49" fmla="*/ 2247900 w 2657475"/>
              <a:gd name="connsiteY49" fmla="*/ 180975 h 538162"/>
              <a:gd name="connsiteX50" fmla="*/ 2271713 w 2657475"/>
              <a:gd name="connsiteY50" fmla="*/ 176212 h 538162"/>
              <a:gd name="connsiteX51" fmla="*/ 2300288 w 2657475"/>
              <a:gd name="connsiteY51" fmla="*/ 166687 h 538162"/>
              <a:gd name="connsiteX52" fmla="*/ 2328863 w 2657475"/>
              <a:gd name="connsiteY52" fmla="*/ 157162 h 538162"/>
              <a:gd name="connsiteX53" fmla="*/ 2343150 w 2657475"/>
              <a:gd name="connsiteY53" fmla="*/ 152400 h 538162"/>
              <a:gd name="connsiteX54" fmla="*/ 2376488 w 2657475"/>
              <a:gd name="connsiteY54" fmla="*/ 147637 h 538162"/>
              <a:gd name="connsiteX55" fmla="*/ 2419350 w 2657475"/>
              <a:gd name="connsiteY55" fmla="*/ 128587 h 538162"/>
              <a:gd name="connsiteX56" fmla="*/ 2433638 w 2657475"/>
              <a:gd name="connsiteY56" fmla="*/ 119062 h 538162"/>
              <a:gd name="connsiteX57" fmla="*/ 2447925 w 2657475"/>
              <a:gd name="connsiteY57" fmla="*/ 114300 h 538162"/>
              <a:gd name="connsiteX58" fmla="*/ 2466975 w 2657475"/>
              <a:gd name="connsiteY58" fmla="*/ 104775 h 538162"/>
              <a:gd name="connsiteX59" fmla="*/ 2481263 w 2657475"/>
              <a:gd name="connsiteY59" fmla="*/ 95250 h 538162"/>
              <a:gd name="connsiteX60" fmla="*/ 2500313 w 2657475"/>
              <a:gd name="connsiteY60" fmla="*/ 85725 h 538162"/>
              <a:gd name="connsiteX61" fmla="*/ 2514600 w 2657475"/>
              <a:gd name="connsiteY61" fmla="*/ 76200 h 538162"/>
              <a:gd name="connsiteX62" fmla="*/ 2533650 w 2657475"/>
              <a:gd name="connsiteY62" fmla="*/ 66675 h 538162"/>
              <a:gd name="connsiteX63" fmla="*/ 2562225 w 2657475"/>
              <a:gd name="connsiteY63" fmla="*/ 47625 h 538162"/>
              <a:gd name="connsiteX64" fmla="*/ 2600325 w 2657475"/>
              <a:gd name="connsiteY64" fmla="*/ 33337 h 538162"/>
              <a:gd name="connsiteX65" fmla="*/ 2633663 w 2657475"/>
              <a:gd name="connsiteY65" fmla="*/ 23812 h 538162"/>
              <a:gd name="connsiteX66" fmla="*/ 2657475 w 2657475"/>
              <a:gd name="connsiteY66" fmla="*/ 0 h 538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2657475" h="538162">
                <a:moveTo>
                  <a:pt x="1233488" y="538162"/>
                </a:moveTo>
                <a:cubicBezTo>
                  <a:pt x="1231900" y="533400"/>
                  <a:pt x="1232275" y="527425"/>
                  <a:pt x="1228725" y="523875"/>
                </a:cubicBezTo>
                <a:cubicBezTo>
                  <a:pt x="1220630" y="515780"/>
                  <a:pt x="1208244" y="512920"/>
                  <a:pt x="1200150" y="504825"/>
                </a:cubicBezTo>
                <a:cubicBezTo>
                  <a:pt x="1195388" y="500062"/>
                  <a:pt x="1191711" y="493879"/>
                  <a:pt x="1185863" y="490537"/>
                </a:cubicBezTo>
                <a:cubicBezTo>
                  <a:pt x="1180180" y="487290"/>
                  <a:pt x="1173163" y="487362"/>
                  <a:pt x="1166813" y="485775"/>
                </a:cubicBezTo>
                <a:cubicBezTo>
                  <a:pt x="1141511" y="468908"/>
                  <a:pt x="1163665" y="482259"/>
                  <a:pt x="1128713" y="466725"/>
                </a:cubicBezTo>
                <a:cubicBezTo>
                  <a:pt x="1122225" y="463842"/>
                  <a:pt x="1116188" y="459997"/>
                  <a:pt x="1109663" y="457200"/>
                </a:cubicBezTo>
                <a:cubicBezTo>
                  <a:pt x="1098237" y="452303"/>
                  <a:pt x="1088418" y="451130"/>
                  <a:pt x="1076325" y="447675"/>
                </a:cubicBezTo>
                <a:cubicBezTo>
                  <a:pt x="1071498" y="446296"/>
                  <a:pt x="1066865" y="444291"/>
                  <a:pt x="1062038" y="442912"/>
                </a:cubicBezTo>
                <a:cubicBezTo>
                  <a:pt x="1055744" y="441114"/>
                  <a:pt x="1049282" y="439948"/>
                  <a:pt x="1042988" y="438150"/>
                </a:cubicBezTo>
                <a:cubicBezTo>
                  <a:pt x="1017473" y="430860"/>
                  <a:pt x="1034133" y="432170"/>
                  <a:pt x="995363" y="423862"/>
                </a:cubicBezTo>
                <a:cubicBezTo>
                  <a:pt x="986175" y="421893"/>
                  <a:pt x="931183" y="415244"/>
                  <a:pt x="923925" y="414337"/>
                </a:cubicBezTo>
                <a:lnTo>
                  <a:pt x="538163" y="419100"/>
                </a:lnTo>
                <a:cubicBezTo>
                  <a:pt x="528509" y="419322"/>
                  <a:pt x="519170" y="422664"/>
                  <a:pt x="509588" y="423862"/>
                </a:cubicBezTo>
                <a:cubicBezTo>
                  <a:pt x="493757" y="425841"/>
                  <a:pt x="477741" y="426258"/>
                  <a:pt x="461963" y="428625"/>
                </a:cubicBezTo>
                <a:cubicBezTo>
                  <a:pt x="445953" y="431027"/>
                  <a:pt x="430213" y="434975"/>
                  <a:pt x="414338" y="438150"/>
                </a:cubicBezTo>
                <a:lnTo>
                  <a:pt x="390525" y="442912"/>
                </a:lnTo>
                <a:cubicBezTo>
                  <a:pt x="368300" y="447675"/>
                  <a:pt x="346270" y="453464"/>
                  <a:pt x="323850" y="457200"/>
                </a:cubicBezTo>
                <a:cubicBezTo>
                  <a:pt x="314325" y="458787"/>
                  <a:pt x="304717" y="459939"/>
                  <a:pt x="295275" y="461962"/>
                </a:cubicBezTo>
                <a:cubicBezTo>
                  <a:pt x="282475" y="464705"/>
                  <a:pt x="270012" y="468919"/>
                  <a:pt x="257175" y="471487"/>
                </a:cubicBezTo>
                <a:cubicBezTo>
                  <a:pt x="249238" y="473075"/>
                  <a:pt x="241250" y="474430"/>
                  <a:pt x="233363" y="476250"/>
                </a:cubicBezTo>
                <a:cubicBezTo>
                  <a:pt x="220607" y="479194"/>
                  <a:pt x="207963" y="482600"/>
                  <a:pt x="195263" y="485775"/>
                </a:cubicBezTo>
                <a:cubicBezTo>
                  <a:pt x="188913" y="487362"/>
                  <a:pt x="182739" y="490035"/>
                  <a:pt x="176213" y="490537"/>
                </a:cubicBezTo>
                <a:lnTo>
                  <a:pt x="114300" y="495300"/>
                </a:lnTo>
                <a:cubicBezTo>
                  <a:pt x="50442" y="492259"/>
                  <a:pt x="25621" y="517965"/>
                  <a:pt x="4763" y="476250"/>
                </a:cubicBezTo>
                <a:cubicBezTo>
                  <a:pt x="2518" y="471760"/>
                  <a:pt x="1588" y="466725"/>
                  <a:pt x="0" y="461962"/>
                </a:cubicBezTo>
                <a:cubicBezTo>
                  <a:pt x="1588" y="446087"/>
                  <a:pt x="71" y="429586"/>
                  <a:pt x="4763" y="414337"/>
                </a:cubicBezTo>
                <a:cubicBezTo>
                  <a:pt x="6744" y="407900"/>
                  <a:pt x="13570" y="403965"/>
                  <a:pt x="19050" y="400050"/>
                </a:cubicBezTo>
                <a:cubicBezTo>
                  <a:pt x="34844" y="388769"/>
                  <a:pt x="36843" y="392424"/>
                  <a:pt x="52388" y="385762"/>
                </a:cubicBezTo>
                <a:cubicBezTo>
                  <a:pt x="103321" y="363933"/>
                  <a:pt x="36380" y="387530"/>
                  <a:pt x="95250" y="371475"/>
                </a:cubicBezTo>
                <a:cubicBezTo>
                  <a:pt x="104936" y="368833"/>
                  <a:pt x="113835" y="362949"/>
                  <a:pt x="123825" y="361950"/>
                </a:cubicBezTo>
                <a:cubicBezTo>
                  <a:pt x="190471" y="355285"/>
                  <a:pt x="155551" y="358512"/>
                  <a:pt x="228600" y="352425"/>
                </a:cubicBezTo>
                <a:cubicBezTo>
                  <a:pt x="298074" y="338530"/>
                  <a:pt x="260077" y="344054"/>
                  <a:pt x="342900" y="338137"/>
                </a:cubicBezTo>
                <a:cubicBezTo>
                  <a:pt x="604302" y="294575"/>
                  <a:pt x="196808" y="365362"/>
                  <a:pt x="390525" y="323850"/>
                </a:cubicBezTo>
                <a:cubicBezTo>
                  <a:pt x="406125" y="320507"/>
                  <a:pt x="422196" y="319233"/>
                  <a:pt x="438150" y="319087"/>
                </a:cubicBezTo>
                <a:lnTo>
                  <a:pt x="1428750" y="314325"/>
                </a:lnTo>
                <a:cubicBezTo>
                  <a:pt x="1571124" y="292968"/>
                  <a:pt x="1491913" y="301106"/>
                  <a:pt x="1666875" y="295275"/>
                </a:cubicBezTo>
                <a:cubicBezTo>
                  <a:pt x="1679575" y="292100"/>
                  <a:pt x="1692083" y="288025"/>
                  <a:pt x="1704975" y="285750"/>
                </a:cubicBezTo>
                <a:cubicBezTo>
                  <a:pt x="1719221" y="283236"/>
                  <a:pt x="1789682" y="277183"/>
                  <a:pt x="1800225" y="276225"/>
                </a:cubicBezTo>
                <a:cubicBezTo>
                  <a:pt x="1870928" y="252657"/>
                  <a:pt x="1780875" y="279834"/>
                  <a:pt x="1924050" y="261937"/>
                </a:cubicBezTo>
                <a:cubicBezTo>
                  <a:pt x="1943535" y="259501"/>
                  <a:pt x="1961644" y="249428"/>
                  <a:pt x="1981200" y="247650"/>
                </a:cubicBezTo>
                <a:lnTo>
                  <a:pt x="2033588" y="242887"/>
                </a:lnTo>
                <a:cubicBezTo>
                  <a:pt x="2047193" y="240166"/>
                  <a:pt x="2062991" y="237400"/>
                  <a:pt x="2076450" y="233362"/>
                </a:cubicBezTo>
                <a:cubicBezTo>
                  <a:pt x="2086067" y="230477"/>
                  <a:pt x="2095500" y="227012"/>
                  <a:pt x="2105025" y="223837"/>
                </a:cubicBezTo>
                <a:cubicBezTo>
                  <a:pt x="2109788" y="222250"/>
                  <a:pt x="2114443" y="220293"/>
                  <a:pt x="2119313" y="219075"/>
                </a:cubicBezTo>
                <a:cubicBezTo>
                  <a:pt x="2132013" y="215900"/>
                  <a:pt x="2144994" y="213690"/>
                  <a:pt x="2157413" y="209550"/>
                </a:cubicBezTo>
                <a:cubicBezTo>
                  <a:pt x="2162175" y="207962"/>
                  <a:pt x="2166830" y="206005"/>
                  <a:pt x="2171700" y="204787"/>
                </a:cubicBezTo>
                <a:cubicBezTo>
                  <a:pt x="2179553" y="202824"/>
                  <a:pt x="2187703" y="202155"/>
                  <a:pt x="2195513" y="200025"/>
                </a:cubicBezTo>
                <a:cubicBezTo>
                  <a:pt x="2205199" y="197383"/>
                  <a:pt x="2214766" y="194229"/>
                  <a:pt x="2224088" y="190500"/>
                </a:cubicBezTo>
                <a:cubicBezTo>
                  <a:pt x="2232025" y="187325"/>
                  <a:pt x="2239712" y="183432"/>
                  <a:pt x="2247900" y="180975"/>
                </a:cubicBezTo>
                <a:cubicBezTo>
                  <a:pt x="2255653" y="178649"/>
                  <a:pt x="2263903" y="178342"/>
                  <a:pt x="2271713" y="176212"/>
                </a:cubicBezTo>
                <a:cubicBezTo>
                  <a:pt x="2281399" y="173570"/>
                  <a:pt x="2290763" y="169862"/>
                  <a:pt x="2300288" y="166687"/>
                </a:cubicBezTo>
                <a:lnTo>
                  <a:pt x="2328863" y="157162"/>
                </a:lnTo>
                <a:cubicBezTo>
                  <a:pt x="2333625" y="155575"/>
                  <a:pt x="2338181" y="153110"/>
                  <a:pt x="2343150" y="152400"/>
                </a:cubicBezTo>
                <a:lnTo>
                  <a:pt x="2376488" y="147637"/>
                </a:lnTo>
                <a:cubicBezTo>
                  <a:pt x="2408820" y="126082"/>
                  <a:pt x="2368346" y="151255"/>
                  <a:pt x="2419350" y="128587"/>
                </a:cubicBezTo>
                <a:cubicBezTo>
                  <a:pt x="2424581" y="126262"/>
                  <a:pt x="2428518" y="121622"/>
                  <a:pt x="2433638" y="119062"/>
                </a:cubicBezTo>
                <a:cubicBezTo>
                  <a:pt x="2438128" y="116817"/>
                  <a:pt x="2443311" y="116277"/>
                  <a:pt x="2447925" y="114300"/>
                </a:cubicBezTo>
                <a:cubicBezTo>
                  <a:pt x="2454451" y="111503"/>
                  <a:pt x="2460811" y="108297"/>
                  <a:pt x="2466975" y="104775"/>
                </a:cubicBezTo>
                <a:cubicBezTo>
                  <a:pt x="2471945" y="101935"/>
                  <a:pt x="2476293" y="98090"/>
                  <a:pt x="2481263" y="95250"/>
                </a:cubicBezTo>
                <a:cubicBezTo>
                  <a:pt x="2487427" y="91728"/>
                  <a:pt x="2494149" y="89247"/>
                  <a:pt x="2500313" y="85725"/>
                </a:cubicBezTo>
                <a:cubicBezTo>
                  <a:pt x="2505283" y="82885"/>
                  <a:pt x="2509630" y="79040"/>
                  <a:pt x="2514600" y="76200"/>
                </a:cubicBezTo>
                <a:cubicBezTo>
                  <a:pt x="2520764" y="72678"/>
                  <a:pt x="2527562" y="70328"/>
                  <a:pt x="2533650" y="66675"/>
                </a:cubicBezTo>
                <a:cubicBezTo>
                  <a:pt x="2543466" y="60785"/>
                  <a:pt x="2551365" y="51245"/>
                  <a:pt x="2562225" y="47625"/>
                </a:cubicBezTo>
                <a:cubicBezTo>
                  <a:pt x="2594673" y="36808"/>
                  <a:pt x="2554738" y="50431"/>
                  <a:pt x="2600325" y="33337"/>
                </a:cubicBezTo>
                <a:cubicBezTo>
                  <a:pt x="2613982" y="28216"/>
                  <a:pt x="2618661" y="27563"/>
                  <a:pt x="2633663" y="23812"/>
                </a:cubicBezTo>
                <a:lnTo>
                  <a:pt x="2657475" y="0"/>
                </a:lnTo>
              </a:path>
            </a:pathLst>
          </a:custGeom>
          <a:ln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02148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흐름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28596" y="857232"/>
            <a:ext cx="3000396" cy="30003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429124" y="857232"/>
            <a:ext cx="3000396" cy="21431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28596" y="571480"/>
            <a:ext cx="26186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Compile time : </a:t>
            </a:r>
            <a:r>
              <a:rPr lang="en-US" altLang="ko-KR" sz="1400" dirty="0" err="1"/>
              <a:t>bytecode</a:t>
            </a:r>
            <a:r>
              <a:rPr lang="en-US" altLang="ko-KR" sz="1400" dirty="0"/>
              <a:t> </a:t>
            </a:r>
            <a:r>
              <a:rPr lang="ko-KR" altLang="en-US" sz="1400" dirty="0"/>
              <a:t>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7686" y="571480"/>
            <a:ext cx="3544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Runtime : CPU, Memory</a:t>
            </a:r>
            <a:r>
              <a:rPr lang="ko-KR" altLang="en-US" sz="1400" dirty="0"/>
              <a:t>를 사용하여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596" y="1000108"/>
            <a:ext cx="279756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sz="1400" dirty="0"/>
              <a:t>1.</a:t>
            </a:r>
            <a:r>
              <a:rPr lang="ko-KR" altLang="en-US" sz="1400" dirty="0"/>
              <a:t>소스코드 작성</a:t>
            </a:r>
            <a:endParaRPr lang="en-US" altLang="ko-KR" sz="1400" dirty="0"/>
          </a:p>
          <a:p>
            <a:pPr marL="342900" indent="-342900"/>
            <a:r>
              <a:rPr lang="en-US" altLang="ko-KR" sz="1400" dirty="0"/>
              <a:t>  </a:t>
            </a:r>
          </a:p>
          <a:p>
            <a:pPr marL="342900" indent="-342900"/>
            <a:r>
              <a:rPr lang="en-US" altLang="ko-KR" sz="1400" dirty="0"/>
              <a:t>   class </a:t>
            </a:r>
            <a:r>
              <a:rPr lang="en-US" altLang="ko-KR" sz="1400" b="1" dirty="0">
                <a:solidFill>
                  <a:srgbClr val="FF0000"/>
                </a:solidFill>
              </a:rPr>
              <a:t>Test</a:t>
            </a:r>
            <a:r>
              <a:rPr lang="en-US" altLang="ko-KR" sz="1400" dirty="0"/>
              <a:t>{</a:t>
            </a:r>
          </a:p>
          <a:p>
            <a:pPr marL="342900" indent="-342900"/>
            <a:r>
              <a:rPr lang="en-US" altLang="ko-KR" sz="1400" dirty="0"/>
              <a:t>    </a:t>
            </a:r>
            <a:r>
              <a:rPr lang="ko-KR" altLang="en-US" sz="1400" dirty="0"/>
              <a:t>안녕하세요</a:t>
            </a:r>
            <a:r>
              <a:rPr lang="en-US" altLang="ko-KR" sz="1400" dirty="0"/>
              <a:t>?</a:t>
            </a:r>
            <a:r>
              <a:rPr lang="ko-KR" altLang="en-US" sz="1400" dirty="0"/>
              <a:t>를 출력하는 코드</a:t>
            </a:r>
            <a:endParaRPr lang="en-US" altLang="ko-KR" sz="1400" dirty="0"/>
          </a:p>
          <a:p>
            <a:pPr marL="342900" indent="-342900"/>
            <a:r>
              <a:rPr lang="en-US" altLang="ko-KR" sz="1400" dirty="0"/>
              <a:t>   }</a:t>
            </a:r>
          </a:p>
          <a:p>
            <a:pPr marL="342900" indent="-342900"/>
            <a:endParaRPr lang="en-US" altLang="ko-KR" sz="1400" dirty="0"/>
          </a:p>
          <a:p>
            <a:pPr marL="342900" indent="-342900"/>
            <a:r>
              <a:rPr lang="en-US" altLang="ko-KR" sz="1400" dirty="0"/>
              <a:t>2. </a:t>
            </a:r>
            <a:r>
              <a:rPr lang="ko-KR" altLang="en-US" sz="1400" dirty="0"/>
              <a:t>저장</a:t>
            </a:r>
            <a:endParaRPr lang="en-US" altLang="ko-KR" sz="1400" dirty="0"/>
          </a:p>
          <a:p>
            <a:pPr marL="342900" indent="-342900"/>
            <a:r>
              <a:rPr lang="en-US" altLang="ko-KR" sz="1400" dirty="0"/>
              <a:t>  </a:t>
            </a:r>
            <a:r>
              <a:rPr lang="en-US" altLang="ko-KR" sz="1400" b="1" dirty="0">
                <a:solidFill>
                  <a:srgbClr val="FF0000"/>
                </a:solidFill>
              </a:rPr>
              <a:t>Test</a:t>
            </a:r>
            <a:r>
              <a:rPr lang="en-US" altLang="ko-KR" sz="1400" dirty="0"/>
              <a:t>.java</a:t>
            </a:r>
          </a:p>
          <a:p>
            <a:pPr marL="342900" indent="-342900"/>
            <a:endParaRPr lang="en-US" altLang="ko-KR" sz="1400" dirty="0"/>
          </a:p>
          <a:p>
            <a:pPr marL="342900" indent="-342900"/>
            <a:r>
              <a:rPr lang="en-US" altLang="ko-KR" sz="1400" dirty="0"/>
              <a:t>3. Compile</a:t>
            </a:r>
          </a:p>
          <a:p>
            <a:pPr marL="342900" indent="-342900"/>
            <a:r>
              <a:rPr lang="en-US" altLang="ko-KR" sz="1400" dirty="0"/>
              <a:t> </a:t>
            </a:r>
          </a:p>
          <a:p>
            <a:pPr marL="342900" indent="-342900"/>
            <a:r>
              <a:rPr lang="en-US" altLang="ko-KR" sz="1400" dirty="0"/>
              <a:t>  </a:t>
            </a:r>
            <a:r>
              <a:rPr lang="en-US" altLang="ko-KR" sz="1400" dirty="0" err="1"/>
              <a:t>javac</a:t>
            </a:r>
            <a:r>
              <a:rPr lang="en-US" altLang="ko-KR" sz="1400" dirty="0"/>
              <a:t>  </a:t>
            </a:r>
            <a:r>
              <a:rPr lang="en-US" altLang="ko-KR" sz="1400" b="1" dirty="0">
                <a:solidFill>
                  <a:srgbClr val="FF0000"/>
                </a:solidFill>
              </a:rPr>
              <a:t>Test</a:t>
            </a:r>
            <a:r>
              <a:rPr lang="en-US" altLang="ko-KR" sz="1400" dirty="0"/>
              <a:t>.java</a:t>
            </a:r>
          </a:p>
        </p:txBody>
      </p:sp>
      <p:sp>
        <p:nvSpPr>
          <p:cNvPr id="10" name="자유형 9"/>
          <p:cNvSpPr/>
          <p:nvPr/>
        </p:nvSpPr>
        <p:spPr>
          <a:xfrm>
            <a:off x="855505" y="1663700"/>
            <a:ext cx="593353" cy="940645"/>
          </a:xfrm>
          <a:custGeom>
            <a:avLst/>
            <a:gdLst>
              <a:gd name="connsiteX0" fmla="*/ 490695 w 593353"/>
              <a:gd name="connsiteY0" fmla="*/ 0 h 940645"/>
              <a:gd name="connsiteX1" fmla="*/ 509745 w 593353"/>
              <a:gd name="connsiteY1" fmla="*/ 12700 h 940645"/>
              <a:gd name="connsiteX2" fmla="*/ 522445 w 593353"/>
              <a:gd name="connsiteY2" fmla="*/ 38100 h 940645"/>
              <a:gd name="connsiteX3" fmla="*/ 554195 w 593353"/>
              <a:gd name="connsiteY3" fmla="*/ 95250 h 940645"/>
              <a:gd name="connsiteX4" fmla="*/ 560545 w 593353"/>
              <a:gd name="connsiteY4" fmla="*/ 120650 h 940645"/>
              <a:gd name="connsiteX5" fmla="*/ 566895 w 593353"/>
              <a:gd name="connsiteY5" fmla="*/ 152400 h 940645"/>
              <a:gd name="connsiteX6" fmla="*/ 579595 w 593353"/>
              <a:gd name="connsiteY6" fmla="*/ 171450 h 940645"/>
              <a:gd name="connsiteX7" fmla="*/ 579595 w 593353"/>
              <a:gd name="connsiteY7" fmla="*/ 520700 h 940645"/>
              <a:gd name="connsiteX8" fmla="*/ 573245 w 593353"/>
              <a:gd name="connsiteY8" fmla="*/ 539750 h 940645"/>
              <a:gd name="connsiteX9" fmla="*/ 554195 w 593353"/>
              <a:gd name="connsiteY9" fmla="*/ 571500 h 940645"/>
              <a:gd name="connsiteX10" fmla="*/ 535145 w 593353"/>
              <a:gd name="connsiteY10" fmla="*/ 615950 h 940645"/>
              <a:gd name="connsiteX11" fmla="*/ 528795 w 593353"/>
              <a:gd name="connsiteY11" fmla="*/ 635000 h 940645"/>
              <a:gd name="connsiteX12" fmla="*/ 509745 w 593353"/>
              <a:gd name="connsiteY12" fmla="*/ 654050 h 940645"/>
              <a:gd name="connsiteX13" fmla="*/ 477995 w 593353"/>
              <a:gd name="connsiteY13" fmla="*/ 692150 h 940645"/>
              <a:gd name="connsiteX14" fmla="*/ 465295 w 593353"/>
              <a:gd name="connsiteY14" fmla="*/ 711200 h 940645"/>
              <a:gd name="connsiteX15" fmla="*/ 446245 w 593353"/>
              <a:gd name="connsiteY15" fmla="*/ 717550 h 940645"/>
              <a:gd name="connsiteX16" fmla="*/ 401795 w 593353"/>
              <a:gd name="connsiteY16" fmla="*/ 736600 h 940645"/>
              <a:gd name="connsiteX17" fmla="*/ 376395 w 593353"/>
              <a:gd name="connsiteY17" fmla="*/ 755650 h 940645"/>
              <a:gd name="connsiteX18" fmla="*/ 357345 w 593353"/>
              <a:gd name="connsiteY18" fmla="*/ 762000 h 940645"/>
              <a:gd name="connsiteX19" fmla="*/ 287495 w 593353"/>
              <a:gd name="connsiteY19" fmla="*/ 787400 h 940645"/>
              <a:gd name="connsiteX20" fmla="*/ 268445 w 593353"/>
              <a:gd name="connsiteY20" fmla="*/ 793750 h 940645"/>
              <a:gd name="connsiteX21" fmla="*/ 249395 w 593353"/>
              <a:gd name="connsiteY21" fmla="*/ 800100 h 940645"/>
              <a:gd name="connsiteX22" fmla="*/ 230345 w 593353"/>
              <a:gd name="connsiteY22" fmla="*/ 812800 h 940645"/>
              <a:gd name="connsiteX23" fmla="*/ 185895 w 593353"/>
              <a:gd name="connsiteY23" fmla="*/ 825500 h 940645"/>
              <a:gd name="connsiteX24" fmla="*/ 166845 w 593353"/>
              <a:gd name="connsiteY24" fmla="*/ 838200 h 940645"/>
              <a:gd name="connsiteX25" fmla="*/ 122395 w 593353"/>
              <a:gd name="connsiteY25" fmla="*/ 850900 h 940645"/>
              <a:gd name="connsiteX26" fmla="*/ 103345 w 593353"/>
              <a:gd name="connsiteY26" fmla="*/ 863600 h 940645"/>
              <a:gd name="connsiteX27" fmla="*/ 65245 w 593353"/>
              <a:gd name="connsiteY27" fmla="*/ 882650 h 940645"/>
              <a:gd name="connsiteX28" fmla="*/ 8095 w 593353"/>
              <a:gd name="connsiteY28" fmla="*/ 933450 h 940645"/>
              <a:gd name="connsiteX29" fmla="*/ 20795 w 593353"/>
              <a:gd name="connsiteY29" fmla="*/ 882650 h 94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93353" h="940645">
                <a:moveTo>
                  <a:pt x="490695" y="0"/>
                </a:moveTo>
                <a:cubicBezTo>
                  <a:pt x="497045" y="4233"/>
                  <a:pt x="504859" y="6837"/>
                  <a:pt x="509745" y="12700"/>
                </a:cubicBezTo>
                <a:cubicBezTo>
                  <a:pt x="515805" y="19972"/>
                  <a:pt x="517848" y="29825"/>
                  <a:pt x="522445" y="38100"/>
                </a:cubicBezTo>
                <a:cubicBezTo>
                  <a:pt x="531772" y="54888"/>
                  <a:pt x="547168" y="76511"/>
                  <a:pt x="554195" y="95250"/>
                </a:cubicBezTo>
                <a:cubicBezTo>
                  <a:pt x="557259" y="103422"/>
                  <a:pt x="558652" y="112131"/>
                  <a:pt x="560545" y="120650"/>
                </a:cubicBezTo>
                <a:cubicBezTo>
                  <a:pt x="562886" y="131186"/>
                  <a:pt x="563105" y="142294"/>
                  <a:pt x="566895" y="152400"/>
                </a:cubicBezTo>
                <a:cubicBezTo>
                  <a:pt x="569575" y="159546"/>
                  <a:pt x="575362" y="165100"/>
                  <a:pt x="579595" y="171450"/>
                </a:cubicBezTo>
                <a:cubicBezTo>
                  <a:pt x="593353" y="322787"/>
                  <a:pt x="590565" y="262904"/>
                  <a:pt x="579595" y="520700"/>
                </a:cubicBezTo>
                <a:cubicBezTo>
                  <a:pt x="579310" y="527387"/>
                  <a:pt x="576238" y="533763"/>
                  <a:pt x="573245" y="539750"/>
                </a:cubicBezTo>
                <a:cubicBezTo>
                  <a:pt x="567725" y="550789"/>
                  <a:pt x="560545" y="560917"/>
                  <a:pt x="554195" y="571500"/>
                </a:cubicBezTo>
                <a:cubicBezTo>
                  <a:pt x="540979" y="624363"/>
                  <a:pt x="557071" y="572097"/>
                  <a:pt x="535145" y="615950"/>
                </a:cubicBezTo>
                <a:cubicBezTo>
                  <a:pt x="532152" y="621937"/>
                  <a:pt x="532508" y="629431"/>
                  <a:pt x="528795" y="635000"/>
                </a:cubicBezTo>
                <a:cubicBezTo>
                  <a:pt x="523814" y="642472"/>
                  <a:pt x="516095" y="647700"/>
                  <a:pt x="509745" y="654050"/>
                </a:cubicBezTo>
                <a:cubicBezTo>
                  <a:pt x="497617" y="690434"/>
                  <a:pt x="512594" y="657551"/>
                  <a:pt x="477995" y="692150"/>
                </a:cubicBezTo>
                <a:cubicBezTo>
                  <a:pt x="472599" y="697546"/>
                  <a:pt x="471254" y="706432"/>
                  <a:pt x="465295" y="711200"/>
                </a:cubicBezTo>
                <a:cubicBezTo>
                  <a:pt x="460068" y="715381"/>
                  <a:pt x="452232" y="714557"/>
                  <a:pt x="446245" y="717550"/>
                </a:cubicBezTo>
                <a:cubicBezTo>
                  <a:pt x="402392" y="739476"/>
                  <a:pt x="454658" y="723384"/>
                  <a:pt x="401795" y="736600"/>
                </a:cubicBezTo>
                <a:cubicBezTo>
                  <a:pt x="393328" y="742950"/>
                  <a:pt x="385584" y="750399"/>
                  <a:pt x="376395" y="755650"/>
                </a:cubicBezTo>
                <a:cubicBezTo>
                  <a:pt x="370583" y="758971"/>
                  <a:pt x="363612" y="759650"/>
                  <a:pt x="357345" y="762000"/>
                </a:cubicBezTo>
                <a:cubicBezTo>
                  <a:pt x="286658" y="788508"/>
                  <a:pt x="367540" y="760718"/>
                  <a:pt x="287495" y="787400"/>
                </a:cubicBezTo>
                <a:lnTo>
                  <a:pt x="268445" y="793750"/>
                </a:lnTo>
                <a:cubicBezTo>
                  <a:pt x="262095" y="795867"/>
                  <a:pt x="254964" y="796387"/>
                  <a:pt x="249395" y="800100"/>
                </a:cubicBezTo>
                <a:cubicBezTo>
                  <a:pt x="243045" y="804333"/>
                  <a:pt x="237360" y="809794"/>
                  <a:pt x="230345" y="812800"/>
                </a:cubicBezTo>
                <a:cubicBezTo>
                  <a:pt x="201861" y="825007"/>
                  <a:pt x="210609" y="813143"/>
                  <a:pt x="185895" y="825500"/>
                </a:cubicBezTo>
                <a:cubicBezTo>
                  <a:pt x="179069" y="828913"/>
                  <a:pt x="173671" y="834787"/>
                  <a:pt x="166845" y="838200"/>
                </a:cubicBezTo>
                <a:cubicBezTo>
                  <a:pt x="157735" y="842755"/>
                  <a:pt x="130533" y="848865"/>
                  <a:pt x="122395" y="850900"/>
                </a:cubicBezTo>
                <a:cubicBezTo>
                  <a:pt x="116045" y="855133"/>
                  <a:pt x="110171" y="860187"/>
                  <a:pt x="103345" y="863600"/>
                </a:cubicBezTo>
                <a:cubicBezTo>
                  <a:pt x="78126" y="876209"/>
                  <a:pt x="88643" y="861852"/>
                  <a:pt x="65245" y="882650"/>
                </a:cubicBezTo>
                <a:cubicBezTo>
                  <a:pt x="0" y="940645"/>
                  <a:pt x="51330" y="904626"/>
                  <a:pt x="8095" y="933450"/>
                </a:cubicBezTo>
                <a:lnTo>
                  <a:pt x="20795" y="88265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 rot="5400000">
            <a:off x="678645" y="3842557"/>
            <a:ext cx="520698" cy="265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rot="16200000" flipH="1">
            <a:off x="1394609" y="3820309"/>
            <a:ext cx="495298" cy="2841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0675" y="383560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실패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3640" y="383560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성공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034" y="4286256"/>
            <a:ext cx="1101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Error </a:t>
            </a:r>
            <a:r>
              <a:rPr lang="ko-KR" altLang="en-US" sz="1400" dirty="0"/>
              <a:t>발생</a:t>
            </a:r>
            <a:endParaRPr lang="en-US" altLang="ko-KR" sz="1400" dirty="0"/>
          </a:p>
          <a:p>
            <a:r>
              <a:rPr lang="en-US" altLang="ko-KR" sz="1400" dirty="0"/>
              <a:t> -</a:t>
            </a:r>
            <a:r>
              <a:rPr lang="ko-KR" altLang="en-US" sz="1400" dirty="0"/>
              <a:t>문법 에러</a:t>
            </a:r>
          </a:p>
        </p:txBody>
      </p:sp>
      <p:sp>
        <p:nvSpPr>
          <p:cNvPr id="21" name="자유형 20"/>
          <p:cNvSpPr/>
          <p:nvPr/>
        </p:nvSpPr>
        <p:spPr>
          <a:xfrm>
            <a:off x="44450" y="1403350"/>
            <a:ext cx="882650" cy="3267684"/>
          </a:xfrm>
          <a:custGeom>
            <a:avLst/>
            <a:gdLst>
              <a:gd name="connsiteX0" fmla="*/ 584200 w 882650"/>
              <a:gd name="connsiteY0" fmla="*/ 3251200 h 3267684"/>
              <a:gd name="connsiteX1" fmla="*/ 438150 w 882650"/>
              <a:gd name="connsiteY1" fmla="*/ 3251200 h 3267684"/>
              <a:gd name="connsiteX2" fmla="*/ 419100 w 882650"/>
              <a:gd name="connsiteY2" fmla="*/ 3232150 h 3267684"/>
              <a:gd name="connsiteX3" fmla="*/ 387350 w 882650"/>
              <a:gd name="connsiteY3" fmla="*/ 3219450 h 3267684"/>
              <a:gd name="connsiteX4" fmla="*/ 361950 w 882650"/>
              <a:gd name="connsiteY4" fmla="*/ 3200400 h 3267684"/>
              <a:gd name="connsiteX5" fmla="*/ 317500 w 882650"/>
              <a:gd name="connsiteY5" fmla="*/ 3175000 h 3267684"/>
              <a:gd name="connsiteX6" fmla="*/ 304800 w 882650"/>
              <a:gd name="connsiteY6" fmla="*/ 3155950 h 3267684"/>
              <a:gd name="connsiteX7" fmla="*/ 292100 w 882650"/>
              <a:gd name="connsiteY7" fmla="*/ 3130550 h 3267684"/>
              <a:gd name="connsiteX8" fmla="*/ 266700 w 882650"/>
              <a:gd name="connsiteY8" fmla="*/ 3117850 h 3267684"/>
              <a:gd name="connsiteX9" fmla="*/ 247650 w 882650"/>
              <a:gd name="connsiteY9" fmla="*/ 3105150 h 3267684"/>
              <a:gd name="connsiteX10" fmla="*/ 228600 w 882650"/>
              <a:gd name="connsiteY10" fmla="*/ 3067050 h 3267684"/>
              <a:gd name="connsiteX11" fmla="*/ 203200 w 882650"/>
              <a:gd name="connsiteY11" fmla="*/ 3016250 h 3267684"/>
              <a:gd name="connsiteX12" fmla="*/ 190500 w 882650"/>
              <a:gd name="connsiteY12" fmla="*/ 2990850 h 3267684"/>
              <a:gd name="connsiteX13" fmla="*/ 165100 w 882650"/>
              <a:gd name="connsiteY13" fmla="*/ 2952750 h 3267684"/>
              <a:gd name="connsiteX14" fmla="*/ 139700 w 882650"/>
              <a:gd name="connsiteY14" fmla="*/ 2901950 h 3267684"/>
              <a:gd name="connsiteX15" fmla="*/ 120650 w 882650"/>
              <a:gd name="connsiteY15" fmla="*/ 2863850 h 3267684"/>
              <a:gd name="connsiteX16" fmla="*/ 101600 w 882650"/>
              <a:gd name="connsiteY16" fmla="*/ 2813050 h 3267684"/>
              <a:gd name="connsiteX17" fmla="*/ 88900 w 882650"/>
              <a:gd name="connsiteY17" fmla="*/ 2774950 h 3267684"/>
              <a:gd name="connsiteX18" fmla="*/ 76200 w 882650"/>
              <a:gd name="connsiteY18" fmla="*/ 2749550 h 3267684"/>
              <a:gd name="connsiteX19" fmla="*/ 63500 w 882650"/>
              <a:gd name="connsiteY19" fmla="*/ 2679700 h 3267684"/>
              <a:gd name="connsiteX20" fmla="*/ 50800 w 882650"/>
              <a:gd name="connsiteY20" fmla="*/ 2647950 h 3267684"/>
              <a:gd name="connsiteX21" fmla="*/ 44450 w 882650"/>
              <a:gd name="connsiteY21" fmla="*/ 2578100 h 3267684"/>
              <a:gd name="connsiteX22" fmla="*/ 38100 w 882650"/>
              <a:gd name="connsiteY22" fmla="*/ 2559050 h 3267684"/>
              <a:gd name="connsiteX23" fmla="*/ 19050 w 882650"/>
              <a:gd name="connsiteY23" fmla="*/ 2425700 h 3267684"/>
              <a:gd name="connsiteX24" fmla="*/ 0 w 882650"/>
              <a:gd name="connsiteY24" fmla="*/ 2203450 h 3267684"/>
              <a:gd name="connsiteX25" fmla="*/ 6350 w 882650"/>
              <a:gd name="connsiteY25" fmla="*/ 1847850 h 3267684"/>
              <a:gd name="connsiteX26" fmla="*/ 12700 w 882650"/>
              <a:gd name="connsiteY26" fmla="*/ 1784350 h 3267684"/>
              <a:gd name="connsiteX27" fmla="*/ 25400 w 882650"/>
              <a:gd name="connsiteY27" fmla="*/ 1714500 h 3267684"/>
              <a:gd name="connsiteX28" fmla="*/ 57150 w 882650"/>
              <a:gd name="connsiteY28" fmla="*/ 1511300 h 3267684"/>
              <a:gd name="connsiteX29" fmla="*/ 63500 w 882650"/>
              <a:gd name="connsiteY29" fmla="*/ 1454150 h 3267684"/>
              <a:gd name="connsiteX30" fmla="*/ 69850 w 882650"/>
              <a:gd name="connsiteY30" fmla="*/ 1422400 h 3267684"/>
              <a:gd name="connsiteX31" fmla="*/ 82550 w 882650"/>
              <a:gd name="connsiteY31" fmla="*/ 1339850 h 3267684"/>
              <a:gd name="connsiteX32" fmla="*/ 88900 w 882650"/>
              <a:gd name="connsiteY32" fmla="*/ 1244600 h 3267684"/>
              <a:gd name="connsiteX33" fmla="*/ 95250 w 882650"/>
              <a:gd name="connsiteY33" fmla="*/ 1225550 h 3267684"/>
              <a:gd name="connsiteX34" fmla="*/ 101600 w 882650"/>
              <a:gd name="connsiteY34" fmla="*/ 1174750 h 3267684"/>
              <a:gd name="connsiteX35" fmla="*/ 107950 w 882650"/>
              <a:gd name="connsiteY35" fmla="*/ 1155700 h 3267684"/>
              <a:gd name="connsiteX36" fmla="*/ 114300 w 882650"/>
              <a:gd name="connsiteY36" fmla="*/ 1123950 h 3267684"/>
              <a:gd name="connsiteX37" fmla="*/ 127000 w 882650"/>
              <a:gd name="connsiteY37" fmla="*/ 1066800 h 3267684"/>
              <a:gd name="connsiteX38" fmla="*/ 139700 w 882650"/>
              <a:gd name="connsiteY38" fmla="*/ 990600 h 3267684"/>
              <a:gd name="connsiteX39" fmla="*/ 152400 w 882650"/>
              <a:gd name="connsiteY39" fmla="*/ 927100 h 3267684"/>
              <a:gd name="connsiteX40" fmla="*/ 171450 w 882650"/>
              <a:gd name="connsiteY40" fmla="*/ 844550 h 3267684"/>
              <a:gd name="connsiteX41" fmla="*/ 184150 w 882650"/>
              <a:gd name="connsiteY41" fmla="*/ 742950 h 3267684"/>
              <a:gd name="connsiteX42" fmla="*/ 196850 w 882650"/>
              <a:gd name="connsiteY42" fmla="*/ 698500 h 3267684"/>
              <a:gd name="connsiteX43" fmla="*/ 203200 w 882650"/>
              <a:gd name="connsiteY43" fmla="*/ 654050 h 3267684"/>
              <a:gd name="connsiteX44" fmla="*/ 209550 w 882650"/>
              <a:gd name="connsiteY44" fmla="*/ 628650 h 3267684"/>
              <a:gd name="connsiteX45" fmla="*/ 222250 w 882650"/>
              <a:gd name="connsiteY45" fmla="*/ 539750 h 3267684"/>
              <a:gd name="connsiteX46" fmla="*/ 234950 w 882650"/>
              <a:gd name="connsiteY46" fmla="*/ 425450 h 3267684"/>
              <a:gd name="connsiteX47" fmla="*/ 247650 w 882650"/>
              <a:gd name="connsiteY47" fmla="*/ 400050 h 3267684"/>
              <a:gd name="connsiteX48" fmla="*/ 260350 w 882650"/>
              <a:gd name="connsiteY48" fmla="*/ 323850 h 3267684"/>
              <a:gd name="connsiteX49" fmla="*/ 273050 w 882650"/>
              <a:gd name="connsiteY49" fmla="*/ 285750 h 3267684"/>
              <a:gd name="connsiteX50" fmla="*/ 298450 w 882650"/>
              <a:gd name="connsiteY50" fmla="*/ 196850 h 3267684"/>
              <a:gd name="connsiteX51" fmla="*/ 311150 w 882650"/>
              <a:gd name="connsiteY51" fmla="*/ 158750 h 3267684"/>
              <a:gd name="connsiteX52" fmla="*/ 317500 w 882650"/>
              <a:gd name="connsiteY52" fmla="*/ 139700 h 3267684"/>
              <a:gd name="connsiteX53" fmla="*/ 342900 w 882650"/>
              <a:gd name="connsiteY53" fmla="*/ 101600 h 3267684"/>
              <a:gd name="connsiteX54" fmla="*/ 355600 w 882650"/>
              <a:gd name="connsiteY54" fmla="*/ 76200 h 3267684"/>
              <a:gd name="connsiteX55" fmla="*/ 412750 w 882650"/>
              <a:gd name="connsiteY55" fmla="*/ 31750 h 3267684"/>
              <a:gd name="connsiteX56" fmla="*/ 431800 w 882650"/>
              <a:gd name="connsiteY56" fmla="*/ 19050 h 3267684"/>
              <a:gd name="connsiteX57" fmla="*/ 469900 w 882650"/>
              <a:gd name="connsiteY57" fmla="*/ 0 h 3267684"/>
              <a:gd name="connsiteX58" fmla="*/ 692150 w 882650"/>
              <a:gd name="connsiteY58" fmla="*/ 6350 h 3267684"/>
              <a:gd name="connsiteX59" fmla="*/ 755650 w 882650"/>
              <a:gd name="connsiteY59" fmla="*/ 25400 h 3267684"/>
              <a:gd name="connsiteX60" fmla="*/ 800100 w 882650"/>
              <a:gd name="connsiteY60" fmla="*/ 31750 h 3267684"/>
              <a:gd name="connsiteX61" fmla="*/ 838200 w 882650"/>
              <a:gd name="connsiteY61" fmla="*/ 44450 h 3267684"/>
              <a:gd name="connsiteX62" fmla="*/ 857250 w 882650"/>
              <a:gd name="connsiteY62" fmla="*/ 57150 h 3267684"/>
              <a:gd name="connsiteX63" fmla="*/ 882650 w 882650"/>
              <a:gd name="connsiteY63" fmla="*/ 82550 h 3267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882650" h="3267684">
                <a:moveTo>
                  <a:pt x="584200" y="3251200"/>
                </a:moveTo>
                <a:cubicBezTo>
                  <a:pt x="528117" y="3265221"/>
                  <a:pt x="528813" y="3267684"/>
                  <a:pt x="438150" y="3251200"/>
                </a:cubicBezTo>
                <a:cubicBezTo>
                  <a:pt x="429315" y="3249594"/>
                  <a:pt x="426715" y="3236910"/>
                  <a:pt x="419100" y="3232150"/>
                </a:cubicBezTo>
                <a:cubicBezTo>
                  <a:pt x="409434" y="3226109"/>
                  <a:pt x="397314" y="3224986"/>
                  <a:pt x="387350" y="3219450"/>
                </a:cubicBezTo>
                <a:cubicBezTo>
                  <a:pt x="378099" y="3214310"/>
                  <a:pt x="370562" y="3206551"/>
                  <a:pt x="361950" y="3200400"/>
                </a:cubicBezTo>
                <a:cubicBezTo>
                  <a:pt x="341007" y="3185441"/>
                  <a:pt x="342304" y="3187402"/>
                  <a:pt x="317500" y="3175000"/>
                </a:cubicBezTo>
                <a:cubicBezTo>
                  <a:pt x="313267" y="3168650"/>
                  <a:pt x="308586" y="3162576"/>
                  <a:pt x="304800" y="3155950"/>
                </a:cubicBezTo>
                <a:cubicBezTo>
                  <a:pt x="300104" y="3147731"/>
                  <a:pt x="298793" y="3137243"/>
                  <a:pt x="292100" y="3130550"/>
                </a:cubicBezTo>
                <a:cubicBezTo>
                  <a:pt x="285407" y="3123857"/>
                  <a:pt x="274919" y="3122546"/>
                  <a:pt x="266700" y="3117850"/>
                </a:cubicBezTo>
                <a:cubicBezTo>
                  <a:pt x="260074" y="3114064"/>
                  <a:pt x="254000" y="3109383"/>
                  <a:pt x="247650" y="3105150"/>
                </a:cubicBezTo>
                <a:cubicBezTo>
                  <a:pt x="234774" y="3066521"/>
                  <a:pt x="249702" y="3105738"/>
                  <a:pt x="228600" y="3067050"/>
                </a:cubicBezTo>
                <a:cubicBezTo>
                  <a:pt x="219534" y="3050430"/>
                  <a:pt x="211667" y="3033183"/>
                  <a:pt x="203200" y="3016250"/>
                </a:cubicBezTo>
                <a:cubicBezTo>
                  <a:pt x="198967" y="3007783"/>
                  <a:pt x="195751" y="2998726"/>
                  <a:pt x="190500" y="2990850"/>
                </a:cubicBezTo>
                <a:cubicBezTo>
                  <a:pt x="182033" y="2978150"/>
                  <a:pt x="171926" y="2966402"/>
                  <a:pt x="165100" y="2952750"/>
                </a:cubicBezTo>
                <a:cubicBezTo>
                  <a:pt x="156633" y="2935817"/>
                  <a:pt x="145687" y="2919911"/>
                  <a:pt x="139700" y="2901950"/>
                </a:cubicBezTo>
                <a:cubicBezTo>
                  <a:pt x="130937" y="2875660"/>
                  <a:pt x="137063" y="2888469"/>
                  <a:pt x="120650" y="2863850"/>
                </a:cubicBezTo>
                <a:cubicBezTo>
                  <a:pt x="106902" y="2808857"/>
                  <a:pt x="123737" y="2868393"/>
                  <a:pt x="101600" y="2813050"/>
                </a:cubicBezTo>
                <a:cubicBezTo>
                  <a:pt x="96628" y="2800621"/>
                  <a:pt x="94887" y="2786924"/>
                  <a:pt x="88900" y="2774950"/>
                </a:cubicBezTo>
                <a:cubicBezTo>
                  <a:pt x="84667" y="2766483"/>
                  <a:pt x="79524" y="2758413"/>
                  <a:pt x="76200" y="2749550"/>
                </a:cubicBezTo>
                <a:cubicBezTo>
                  <a:pt x="66250" y="2723016"/>
                  <a:pt x="71033" y="2709832"/>
                  <a:pt x="63500" y="2679700"/>
                </a:cubicBezTo>
                <a:cubicBezTo>
                  <a:pt x="60735" y="2668642"/>
                  <a:pt x="55033" y="2658533"/>
                  <a:pt x="50800" y="2647950"/>
                </a:cubicBezTo>
                <a:cubicBezTo>
                  <a:pt x="48683" y="2624667"/>
                  <a:pt x="47756" y="2601244"/>
                  <a:pt x="44450" y="2578100"/>
                </a:cubicBezTo>
                <a:cubicBezTo>
                  <a:pt x="43503" y="2571474"/>
                  <a:pt x="39047" y="2565676"/>
                  <a:pt x="38100" y="2559050"/>
                </a:cubicBezTo>
                <a:cubicBezTo>
                  <a:pt x="17941" y="2417939"/>
                  <a:pt x="38696" y="2484637"/>
                  <a:pt x="19050" y="2425700"/>
                </a:cubicBezTo>
                <a:cubicBezTo>
                  <a:pt x="9829" y="2347322"/>
                  <a:pt x="0" y="2282868"/>
                  <a:pt x="0" y="2203450"/>
                </a:cubicBezTo>
                <a:cubicBezTo>
                  <a:pt x="0" y="2084898"/>
                  <a:pt x="2759" y="1966348"/>
                  <a:pt x="6350" y="1847850"/>
                </a:cubicBezTo>
                <a:cubicBezTo>
                  <a:pt x="6994" y="1826588"/>
                  <a:pt x="10215" y="1805477"/>
                  <a:pt x="12700" y="1784350"/>
                </a:cubicBezTo>
                <a:cubicBezTo>
                  <a:pt x="17756" y="1741373"/>
                  <a:pt x="16894" y="1748524"/>
                  <a:pt x="25400" y="1714500"/>
                </a:cubicBezTo>
                <a:cubicBezTo>
                  <a:pt x="40101" y="1552792"/>
                  <a:pt x="24664" y="1619587"/>
                  <a:pt x="57150" y="1511300"/>
                </a:cubicBezTo>
                <a:cubicBezTo>
                  <a:pt x="59267" y="1492250"/>
                  <a:pt x="60789" y="1473125"/>
                  <a:pt x="63500" y="1454150"/>
                </a:cubicBezTo>
                <a:cubicBezTo>
                  <a:pt x="65026" y="1443466"/>
                  <a:pt x="68076" y="1433046"/>
                  <a:pt x="69850" y="1422400"/>
                </a:cubicBezTo>
                <a:cubicBezTo>
                  <a:pt x="74427" y="1394938"/>
                  <a:pt x="78317" y="1367367"/>
                  <a:pt x="82550" y="1339850"/>
                </a:cubicBezTo>
                <a:cubicBezTo>
                  <a:pt x="84667" y="1308100"/>
                  <a:pt x="85386" y="1276226"/>
                  <a:pt x="88900" y="1244600"/>
                </a:cubicBezTo>
                <a:cubicBezTo>
                  <a:pt x="89639" y="1237947"/>
                  <a:pt x="94053" y="1232136"/>
                  <a:pt x="95250" y="1225550"/>
                </a:cubicBezTo>
                <a:cubicBezTo>
                  <a:pt x="98303" y="1208760"/>
                  <a:pt x="98547" y="1191540"/>
                  <a:pt x="101600" y="1174750"/>
                </a:cubicBezTo>
                <a:cubicBezTo>
                  <a:pt x="102797" y="1168164"/>
                  <a:pt x="106327" y="1162194"/>
                  <a:pt x="107950" y="1155700"/>
                </a:cubicBezTo>
                <a:cubicBezTo>
                  <a:pt x="110568" y="1145229"/>
                  <a:pt x="111959" y="1134486"/>
                  <a:pt x="114300" y="1123950"/>
                </a:cubicBezTo>
                <a:cubicBezTo>
                  <a:pt x="123386" y="1083063"/>
                  <a:pt x="118792" y="1113312"/>
                  <a:pt x="127000" y="1066800"/>
                </a:cubicBezTo>
                <a:cubicBezTo>
                  <a:pt x="131475" y="1041441"/>
                  <a:pt x="134650" y="1015850"/>
                  <a:pt x="139700" y="990600"/>
                </a:cubicBezTo>
                <a:cubicBezTo>
                  <a:pt x="143933" y="969433"/>
                  <a:pt x="148851" y="948392"/>
                  <a:pt x="152400" y="927100"/>
                </a:cubicBezTo>
                <a:cubicBezTo>
                  <a:pt x="164600" y="853898"/>
                  <a:pt x="149449" y="899553"/>
                  <a:pt x="171450" y="844550"/>
                </a:cubicBezTo>
                <a:cubicBezTo>
                  <a:pt x="175827" y="800777"/>
                  <a:pt x="176272" y="782339"/>
                  <a:pt x="184150" y="742950"/>
                </a:cubicBezTo>
                <a:cubicBezTo>
                  <a:pt x="188137" y="723016"/>
                  <a:pt x="190798" y="716656"/>
                  <a:pt x="196850" y="698500"/>
                </a:cubicBezTo>
                <a:cubicBezTo>
                  <a:pt x="198967" y="683683"/>
                  <a:pt x="200523" y="668776"/>
                  <a:pt x="203200" y="654050"/>
                </a:cubicBezTo>
                <a:cubicBezTo>
                  <a:pt x="204761" y="645464"/>
                  <a:pt x="208115" y="637258"/>
                  <a:pt x="209550" y="628650"/>
                </a:cubicBezTo>
                <a:cubicBezTo>
                  <a:pt x="214471" y="599123"/>
                  <a:pt x="218683" y="569471"/>
                  <a:pt x="222250" y="539750"/>
                </a:cubicBezTo>
                <a:cubicBezTo>
                  <a:pt x="223584" y="528634"/>
                  <a:pt x="229372" y="445901"/>
                  <a:pt x="234950" y="425450"/>
                </a:cubicBezTo>
                <a:cubicBezTo>
                  <a:pt x="237441" y="416318"/>
                  <a:pt x="243417" y="408517"/>
                  <a:pt x="247650" y="400050"/>
                </a:cubicBezTo>
                <a:cubicBezTo>
                  <a:pt x="252153" y="364030"/>
                  <a:pt x="251360" y="353818"/>
                  <a:pt x="260350" y="323850"/>
                </a:cubicBezTo>
                <a:cubicBezTo>
                  <a:pt x="264197" y="311028"/>
                  <a:pt x="270425" y="298877"/>
                  <a:pt x="273050" y="285750"/>
                </a:cubicBezTo>
                <a:cubicBezTo>
                  <a:pt x="297801" y="161994"/>
                  <a:pt x="271626" y="263910"/>
                  <a:pt x="298450" y="196850"/>
                </a:cubicBezTo>
                <a:cubicBezTo>
                  <a:pt x="303422" y="184421"/>
                  <a:pt x="306917" y="171450"/>
                  <a:pt x="311150" y="158750"/>
                </a:cubicBezTo>
                <a:cubicBezTo>
                  <a:pt x="313267" y="152400"/>
                  <a:pt x="313787" y="145269"/>
                  <a:pt x="317500" y="139700"/>
                </a:cubicBezTo>
                <a:cubicBezTo>
                  <a:pt x="325967" y="127000"/>
                  <a:pt x="336074" y="115252"/>
                  <a:pt x="342900" y="101600"/>
                </a:cubicBezTo>
                <a:cubicBezTo>
                  <a:pt x="347133" y="93133"/>
                  <a:pt x="350098" y="83903"/>
                  <a:pt x="355600" y="76200"/>
                </a:cubicBezTo>
                <a:cubicBezTo>
                  <a:pt x="369165" y="57209"/>
                  <a:pt x="394845" y="43687"/>
                  <a:pt x="412750" y="31750"/>
                </a:cubicBezTo>
                <a:cubicBezTo>
                  <a:pt x="419100" y="27517"/>
                  <a:pt x="424560" y="21463"/>
                  <a:pt x="431800" y="19050"/>
                </a:cubicBezTo>
                <a:cubicBezTo>
                  <a:pt x="458090" y="10287"/>
                  <a:pt x="445281" y="16413"/>
                  <a:pt x="469900" y="0"/>
                </a:cubicBezTo>
                <a:cubicBezTo>
                  <a:pt x="543983" y="2117"/>
                  <a:pt x="618134" y="2554"/>
                  <a:pt x="692150" y="6350"/>
                </a:cubicBezTo>
                <a:cubicBezTo>
                  <a:pt x="710127" y="7272"/>
                  <a:pt x="740578" y="23247"/>
                  <a:pt x="755650" y="25400"/>
                </a:cubicBezTo>
                <a:lnTo>
                  <a:pt x="800100" y="31750"/>
                </a:lnTo>
                <a:cubicBezTo>
                  <a:pt x="812800" y="35983"/>
                  <a:pt x="827061" y="37024"/>
                  <a:pt x="838200" y="44450"/>
                </a:cubicBezTo>
                <a:cubicBezTo>
                  <a:pt x="844550" y="48683"/>
                  <a:pt x="851387" y="52264"/>
                  <a:pt x="857250" y="57150"/>
                </a:cubicBezTo>
                <a:lnTo>
                  <a:pt x="882650" y="82550"/>
                </a:ln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785918" y="4214818"/>
            <a:ext cx="238943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-</a:t>
            </a:r>
            <a:r>
              <a:rPr lang="ko-KR" altLang="en-US" sz="1400" dirty="0" err="1"/>
              <a:t>기계어로된</a:t>
            </a:r>
            <a:r>
              <a:rPr lang="ko-KR" altLang="en-US" sz="1400" dirty="0"/>
              <a:t> </a:t>
            </a:r>
            <a:r>
              <a:rPr lang="en-US" altLang="ko-KR" sz="1400" dirty="0" err="1"/>
              <a:t>bytecode</a:t>
            </a:r>
            <a:r>
              <a:rPr lang="en-US" altLang="ko-KR" sz="1400" dirty="0"/>
              <a:t> </a:t>
            </a:r>
            <a:r>
              <a:rPr lang="ko-KR" altLang="en-US" sz="1400" dirty="0"/>
              <a:t>생성</a:t>
            </a:r>
            <a:endParaRPr lang="en-US" altLang="ko-KR" sz="1400" dirty="0"/>
          </a:p>
          <a:p>
            <a:r>
              <a:rPr lang="en-US" altLang="ko-KR" sz="1400" dirty="0"/>
              <a:t>  </a:t>
            </a:r>
            <a:r>
              <a:rPr lang="en-US" altLang="ko-KR" sz="1400" b="1" dirty="0" err="1">
                <a:solidFill>
                  <a:srgbClr val="FF0000"/>
                </a:solidFill>
              </a:rPr>
              <a:t>Test</a:t>
            </a:r>
            <a:r>
              <a:rPr lang="en-US" altLang="ko-KR" sz="1400" dirty="0" err="1"/>
              <a:t>.class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4.</a:t>
            </a:r>
            <a:r>
              <a:rPr lang="ko-KR" altLang="en-US" sz="1400" dirty="0"/>
              <a:t>실행</a:t>
            </a:r>
            <a:endParaRPr lang="en-US" altLang="ko-KR" sz="1400" dirty="0"/>
          </a:p>
          <a:p>
            <a:r>
              <a:rPr lang="en-US" altLang="ko-KR" sz="1400" dirty="0"/>
              <a:t> java </a:t>
            </a:r>
            <a:r>
              <a:rPr lang="ko-KR" altLang="en-US" sz="1400" dirty="0" err="1"/>
              <a:t>패키지명</a:t>
            </a:r>
            <a:r>
              <a:rPr lang="en-US" altLang="ko-KR" sz="1400" dirty="0"/>
              <a:t>.</a:t>
            </a:r>
            <a:r>
              <a:rPr lang="ko-KR" altLang="en-US" sz="1400" dirty="0" err="1"/>
              <a:t>클래스명</a:t>
            </a:r>
            <a:endParaRPr lang="en-US" altLang="ko-KR" sz="1400" dirty="0"/>
          </a:p>
          <a:p>
            <a:r>
              <a:rPr lang="en-US" altLang="ko-KR" sz="1400" dirty="0"/>
              <a:t> </a:t>
            </a:r>
          </a:p>
          <a:p>
            <a:r>
              <a:rPr lang="en-US" altLang="ko-KR" sz="1400" dirty="0"/>
              <a:t> java </a:t>
            </a:r>
            <a:r>
              <a:rPr lang="en-US" altLang="ko-KR" sz="1400" b="1" dirty="0"/>
              <a:t>Test</a:t>
            </a:r>
            <a:endParaRPr lang="ko-KR" altLang="en-US" sz="1400" b="1" dirty="0"/>
          </a:p>
        </p:txBody>
      </p:sp>
      <p:sp>
        <p:nvSpPr>
          <p:cNvPr id="24" name="자유형 23"/>
          <p:cNvSpPr/>
          <p:nvPr/>
        </p:nvSpPr>
        <p:spPr>
          <a:xfrm>
            <a:off x="1254404" y="1002255"/>
            <a:ext cx="3381020" cy="4689885"/>
          </a:xfrm>
          <a:custGeom>
            <a:avLst/>
            <a:gdLst>
              <a:gd name="connsiteX0" fmla="*/ 178156 w 3381020"/>
              <a:gd name="connsiteY0" fmla="*/ 643665 h 4689885"/>
              <a:gd name="connsiteX1" fmla="*/ 208636 w 3381020"/>
              <a:gd name="connsiteY1" fmla="*/ 666525 h 4689885"/>
              <a:gd name="connsiteX2" fmla="*/ 223876 w 3381020"/>
              <a:gd name="connsiteY2" fmla="*/ 697005 h 4689885"/>
              <a:gd name="connsiteX3" fmla="*/ 254356 w 3381020"/>
              <a:gd name="connsiteY3" fmla="*/ 742725 h 4689885"/>
              <a:gd name="connsiteX4" fmla="*/ 277216 w 3381020"/>
              <a:gd name="connsiteY4" fmla="*/ 796065 h 4689885"/>
              <a:gd name="connsiteX5" fmla="*/ 284836 w 3381020"/>
              <a:gd name="connsiteY5" fmla="*/ 818925 h 4689885"/>
              <a:gd name="connsiteX6" fmla="*/ 315316 w 3381020"/>
              <a:gd name="connsiteY6" fmla="*/ 879885 h 4689885"/>
              <a:gd name="connsiteX7" fmla="*/ 322936 w 3381020"/>
              <a:gd name="connsiteY7" fmla="*/ 925605 h 4689885"/>
              <a:gd name="connsiteX8" fmla="*/ 345796 w 3381020"/>
              <a:gd name="connsiteY8" fmla="*/ 978945 h 4689885"/>
              <a:gd name="connsiteX9" fmla="*/ 361036 w 3381020"/>
              <a:gd name="connsiteY9" fmla="*/ 1085625 h 4689885"/>
              <a:gd name="connsiteX10" fmla="*/ 353416 w 3381020"/>
              <a:gd name="connsiteY10" fmla="*/ 1268505 h 4689885"/>
              <a:gd name="connsiteX11" fmla="*/ 330556 w 3381020"/>
              <a:gd name="connsiteY11" fmla="*/ 1314225 h 4689885"/>
              <a:gd name="connsiteX12" fmla="*/ 315316 w 3381020"/>
              <a:gd name="connsiteY12" fmla="*/ 1359945 h 4689885"/>
              <a:gd name="connsiteX13" fmla="*/ 261976 w 3381020"/>
              <a:gd name="connsiteY13" fmla="*/ 1428525 h 4689885"/>
              <a:gd name="connsiteX14" fmla="*/ 254356 w 3381020"/>
              <a:gd name="connsiteY14" fmla="*/ 1451385 h 4689885"/>
              <a:gd name="connsiteX15" fmla="*/ 231496 w 3381020"/>
              <a:gd name="connsiteY15" fmla="*/ 1466625 h 4689885"/>
              <a:gd name="connsiteX16" fmla="*/ 201016 w 3381020"/>
              <a:gd name="connsiteY16" fmla="*/ 1489485 h 4689885"/>
              <a:gd name="connsiteX17" fmla="*/ 185776 w 3381020"/>
              <a:gd name="connsiteY17" fmla="*/ 1512345 h 4689885"/>
              <a:gd name="connsiteX18" fmla="*/ 124816 w 3381020"/>
              <a:gd name="connsiteY18" fmla="*/ 1565685 h 4689885"/>
              <a:gd name="connsiteX19" fmla="*/ 86716 w 3381020"/>
              <a:gd name="connsiteY19" fmla="*/ 1619025 h 4689885"/>
              <a:gd name="connsiteX20" fmla="*/ 40996 w 3381020"/>
              <a:gd name="connsiteY20" fmla="*/ 1641885 h 4689885"/>
              <a:gd name="connsiteX21" fmla="*/ 18136 w 3381020"/>
              <a:gd name="connsiteY21" fmla="*/ 1657125 h 4689885"/>
              <a:gd name="connsiteX22" fmla="*/ 2896 w 3381020"/>
              <a:gd name="connsiteY22" fmla="*/ 1679985 h 4689885"/>
              <a:gd name="connsiteX23" fmla="*/ 56236 w 3381020"/>
              <a:gd name="connsiteY23" fmla="*/ 1710465 h 4689885"/>
              <a:gd name="connsiteX24" fmla="*/ 109576 w 3381020"/>
              <a:gd name="connsiteY24" fmla="*/ 1748565 h 4689885"/>
              <a:gd name="connsiteX25" fmla="*/ 132436 w 3381020"/>
              <a:gd name="connsiteY25" fmla="*/ 1756185 h 4689885"/>
              <a:gd name="connsiteX26" fmla="*/ 155296 w 3381020"/>
              <a:gd name="connsiteY26" fmla="*/ 1779045 h 4689885"/>
              <a:gd name="connsiteX27" fmla="*/ 178156 w 3381020"/>
              <a:gd name="connsiteY27" fmla="*/ 1794285 h 4689885"/>
              <a:gd name="connsiteX28" fmla="*/ 201016 w 3381020"/>
              <a:gd name="connsiteY28" fmla="*/ 1824765 h 4689885"/>
              <a:gd name="connsiteX29" fmla="*/ 223876 w 3381020"/>
              <a:gd name="connsiteY29" fmla="*/ 1847625 h 4689885"/>
              <a:gd name="connsiteX30" fmla="*/ 254356 w 3381020"/>
              <a:gd name="connsiteY30" fmla="*/ 1893345 h 4689885"/>
              <a:gd name="connsiteX31" fmla="*/ 277216 w 3381020"/>
              <a:gd name="connsiteY31" fmla="*/ 1939065 h 4689885"/>
              <a:gd name="connsiteX32" fmla="*/ 284836 w 3381020"/>
              <a:gd name="connsiteY32" fmla="*/ 1969545 h 4689885"/>
              <a:gd name="connsiteX33" fmla="*/ 292456 w 3381020"/>
              <a:gd name="connsiteY33" fmla="*/ 2007645 h 4689885"/>
              <a:gd name="connsiteX34" fmla="*/ 315316 w 3381020"/>
              <a:gd name="connsiteY34" fmla="*/ 2038125 h 4689885"/>
              <a:gd name="connsiteX35" fmla="*/ 338176 w 3381020"/>
              <a:gd name="connsiteY35" fmla="*/ 2106705 h 4689885"/>
              <a:gd name="connsiteX36" fmla="*/ 353416 w 3381020"/>
              <a:gd name="connsiteY36" fmla="*/ 2152425 h 4689885"/>
              <a:gd name="connsiteX37" fmla="*/ 361036 w 3381020"/>
              <a:gd name="connsiteY37" fmla="*/ 2228625 h 4689885"/>
              <a:gd name="connsiteX38" fmla="*/ 383896 w 3381020"/>
              <a:gd name="connsiteY38" fmla="*/ 2297205 h 4689885"/>
              <a:gd name="connsiteX39" fmla="*/ 361036 w 3381020"/>
              <a:gd name="connsiteY39" fmla="*/ 2487705 h 4689885"/>
              <a:gd name="connsiteX40" fmla="*/ 338176 w 3381020"/>
              <a:gd name="connsiteY40" fmla="*/ 2510565 h 4689885"/>
              <a:gd name="connsiteX41" fmla="*/ 315316 w 3381020"/>
              <a:gd name="connsiteY41" fmla="*/ 2518185 h 4689885"/>
              <a:gd name="connsiteX42" fmla="*/ 330556 w 3381020"/>
              <a:gd name="connsiteY42" fmla="*/ 2602005 h 4689885"/>
              <a:gd name="connsiteX43" fmla="*/ 345796 w 3381020"/>
              <a:gd name="connsiteY43" fmla="*/ 2624865 h 4689885"/>
              <a:gd name="connsiteX44" fmla="*/ 353416 w 3381020"/>
              <a:gd name="connsiteY44" fmla="*/ 2647725 h 4689885"/>
              <a:gd name="connsiteX45" fmla="*/ 368656 w 3381020"/>
              <a:gd name="connsiteY45" fmla="*/ 2670585 h 4689885"/>
              <a:gd name="connsiteX46" fmla="*/ 383896 w 3381020"/>
              <a:gd name="connsiteY46" fmla="*/ 2716305 h 4689885"/>
              <a:gd name="connsiteX47" fmla="*/ 414376 w 3381020"/>
              <a:gd name="connsiteY47" fmla="*/ 2769645 h 4689885"/>
              <a:gd name="connsiteX48" fmla="*/ 429616 w 3381020"/>
              <a:gd name="connsiteY48" fmla="*/ 2822985 h 4689885"/>
              <a:gd name="connsiteX49" fmla="*/ 437236 w 3381020"/>
              <a:gd name="connsiteY49" fmla="*/ 2845845 h 4689885"/>
              <a:gd name="connsiteX50" fmla="*/ 452476 w 3381020"/>
              <a:gd name="connsiteY50" fmla="*/ 2914425 h 4689885"/>
              <a:gd name="connsiteX51" fmla="*/ 467716 w 3381020"/>
              <a:gd name="connsiteY51" fmla="*/ 2944905 h 4689885"/>
              <a:gd name="connsiteX52" fmla="*/ 475336 w 3381020"/>
              <a:gd name="connsiteY52" fmla="*/ 2967765 h 4689885"/>
              <a:gd name="connsiteX53" fmla="*/ 490576 w 3381020"/>
              <a:gd name="connsiteY53" fmla="*/ 2990625 h 4689885"/>
              <a:gd name="connsiteX54" fmla="*/ 505816 w 3381020"/>
              <a:gd name="connsiteY54" fmla="*/ 3021105 h 4689885"/>
              <a:gd name="connsiteX55" fmla="*/ 513436 w 3381020"/>
              <a:gd name="connsiteY55" fmla="*/ 3043965 h 4689885"/>
              <a:gd name="connsiteX56" fmla="*/ 559156 w 3381020"/>
              <a:gd name="connsiteY56" fmla="*/ 3112545 h 4689885"/>
              <a:gd name="connsiteX57" fmla="*/ 566776 w 3381020"/>
              <a:gd name="connsiteY57" fmla="*/ 3150645 h 4689885"/>
              <a:gd name="connsiteX58" fmla="*/ 582016 w 3381020"/>
              <a:gd name="connsiteY58" fmla="*/ 3173505 h 4689885"/>
              <a:gd name="connsiteX59" fmla="*/ 620116 w 3381020"/>
              <a:gd name="connsiteY59" fmla="*/ 3234465 h 4689885"/>
              <a:gd name="connsiteX60" fmla="*/ 627736 w 3381020"/>
              <a:gd name="connsiteY60" fmla="*/ 3257325 h 4689885"/>
              <a:gd name="connsiteX61" fmla="*/ 642976 w 3381020"/>
              <a:gd name="connsiteY61" fmla="*/ 3295425 h 4689885"/>
              <a:gd name="connsiteX62" fmla="*/ 650596 w 3381020"/>
              <a:gd name="connsiteY62" fmla="*/ 3333525 h 4689885"/>
              <a:gd name="connsiteX63" fmla="*/ 658216 w 3381020"/>
              <a:gd name="connsiteY63" fmla="*/ 3364005 h 4689885"/>
              <a:gd name="connsiteX64" fmla="*/ 696316 w 3381020"/>
              <a:gd name="connsiteY64" fmla="*/ 3455445 h 4689885"/>
              <a:gd name="connsiteX65" fmla="*/ 711556 w 3381020"/>
              <a:gd name="connsiteY65" fmla="*/ 3531645 h 4689885"/>
              <a:gd name="connsiteX66" fmla="*/ 726796 w 3381020"/>
              <a:gd name="connsiteY66" fmla="*/ 3569745 h 4689885"/>
              <a:gd name="connsiteX67" fmla="*/ 734416 w 3381020"/>
              <a:gd name="connsiteY67" fmla="*/ 3607845 h 4689885"/>
              <a:gd name="connsiteX68" fmla="*/ 742036 w 3381020"/>
              <a:gd name="connsiteY68" fmla="*/ 3638325 h 4689885"/>
              <a:gd name="connsiteX69" fmla="*/ 749656 w 3381020"/>
              <a:gd name="connsiteY69" fmla="*/ 3661185 h 4689885"/>
              <a:gd name="connsiteX70" fmla="*/ 772516 w 3381020"/>
              <a:gd name="connsiteY70" fmla="*/ 3691665 h 4689885"/>
              <a:gd name="connsiteX71" fmla="*/ 787756 w 3381020"/>
              <a:gd name="connsiteY71" fmla="*/ 3714525 h 4689885"/>
              <a:gd name="connsiteX72" fmla="*/ 795376 w 3381020"/>
              <a:gd name="connsiteY72" fmla="*/ 3790725 h 4689885"/>
              <a:gd name="connsiteX73" fmla="*/ 802996 w 3381020"/>
              <a:gd name="connsiteY73" fmla="*/ 3844065 h 4689885"/>
              <a:gd name="connsiteX74" fmla="*/ 810616 w 3381020"/>
              <a:gd name="connsiteY74" fmla="*/ 3950745 h 4689885"/>
              <a:gd name="connsiteX75" fmla="*/ 818236 w 3381020"/>
              <a:gd name="connsiteY75" fmla="*/ 3973605 h 4689885"/>
              <a:gd name="connsiteX76" fmla="*/ 757276 w 3381020"/>
              <a:gd name="connsiteY76" fmla="*/ 3935505 h 4689885"/>
              <a:gd name="connsiteX77" fmla="*/ 719176 w 3381020"/>
              <a:gd name="connsiteY77" fmla="*/ 3920265 h 4689885"/>
              <a:gd name="connsiteX78" fmla="*/ 688696 w 3381020"/>
              <a:gd name="connsiteY78" fmla="*/ 3905025 h 4689885"/>
              <a:gd name="connsiteX79" fmla="*/ 642976 w 3381020"/>
              <a:gd name="connsiteY79" fmla="*/ 3897405 h 4689885"/>
              <a:gd name="connsiteX80" fmla="*/ 620116 w 3381020"/>
              <a:gd name="connsiteY80" fmla="*/ 3889785 h 4689885"/>
              <a:gd name="connsiteX81" fmla="*/ 589636 w 3381020"/>
              <a:gd name="connsiteY81" fmla="*/ 3882165 h 4689885"/>
              <a:gd name="connsiteX82" fmla="*/ 368656 w 3381020"/>
              <a:gd name="connsiteY82" fmla="*/ 3889785 h 4689885"/>
              <a:gd name="connsiteX83" fmla="*/ 322936 w 3381020"/>
              <a:gd name="connsiteY83" fmla="*/ 3920265 h 4689885"/>
              <a:gd name="connsiteX84" fmla="*/ 292456 w 3381020"/>
              <a:gd name="connsiteY84" fmla="*/ 3965985 h 4689885"/>
              <a:gd name="connsiteX85" fmla="*/ 261976 w 3381020"/>
              <a:gd name="connsiteY85" fmla="*/ 4034565 h 4689885"/>
              <a:gd name="connsiteX86" fmla="*/ 269596 w 3381020"/>
              <a:gd name="connsiteY86" fmla="*/ 4270785 h 4689885"/>
              <a:gd name="connsiteX87" fmla="*/ 300076 w 3381020"/>
              <a:gd name="connsiteY87" fmla="*/ 4331745 h 4689885"/>
              <a:gd name="connsiteX88" fmla="*/ 338176 w 3381020"/>
              <a:gd name="connsiteY88" fmla="*/ 4385085 h 4689885"/>
              <a:gd name="connsiteX89" fmla="*/ 391516 w 3381020"/>
              <a:gd name="connsiteY89" fmla="*/ 4453665 h 4689885"/>
              <a:gd name="connsiteX90" fmla="*/ 429616 w 3381020"/>
              <a:gd name="connsiteY90" fmla="*/ 4476525 h 4689885"/>
              <a:gd name="connsiteX91" fmla="*/ 505816 w 3381020"/>
              <a:gd name="connsiteY91" fmla="*/ 4522245 h 4689885"/>
              <a:gd name="connsiteX92" fmla="*/ 551536 w 3381020"/>
              <a:gd name="connsiteY92" fmla="*/ 4529865 h 4689885"/>
              <a:gd name="connsiteX93" fmla="*/ 589636 w 3381020"/>
              <a:gd name="connsiteY93" fmla="*/ 4537485 h 4689885"/>
              <a:gd name="connsiteX94" fmla="*/ 818236 w 3381020"/>
              <a:gd name="connsiteY94" fmla="*/ 4529865 h 4689885"/>
              <a:gd name="connsiteX95" fmla="*/ 947776 w 3381020"/>
              <a:gd name="connsiteY95" fmla="*/ 4514625 h 4689885"/>
              <a:gd name="connsiteX96" fmla="*/ 1100176 w 3381020"/>
              <a:gd name="connsiteY96" fmla="*/ 4529865 h 4689885"/>
              <a:gd name="connsiteX97" fmla="*/ 1123036 w 3381020"/>
              <a:gd name="connsiteY97" fmla="*/ 4545105 h 4689885"/>
              <a:gd name="connsiteX98" fmla="*/ 1161136 w 3381020"/>
              <a:gd name="connsiteY98" fmla="*/ 4560345 h 4689885"/>
              <a:gd name="connsiteX99" fmla="*/ 1176376 w 3381020"/>
              <a:gd name="connsiteY99" fmla="*/ 4583205 h 4689885"/>
              <a:gd name="connsiteX100" fmla="*/ 1237336 w 3381020"/>
              <a:gd name="connsiteY100" fmla="*/ 4621305 h 4689885"/>
              <a:gd name="connsiteX101" fmla="*/ 1252576 w 3381020"/>
              <a:gd name="connsiteY101" fmla="*/ 4644165 h 4689885"/>
              <a:gd name="connsiteX102" fmla="*/ 1321156 w 3381020"/>
              <a:gd name="connsiteY102" fmla="*/ 4667025 h 4689885"/>
              <a:gd name="connsiteX103" fmla="*/ 1344016 w 3381020"/>
              <a:gd name="connsiteY103" fmla="*/ 4674645 h 4689885"/>
              <a:gd name="connsiteX104" fmla="*/ 1397356 w 3381020"/>
              <a:gd name="connsiteY104" fmla="*/ 4689885 h 4689885"/>
              <a:gd name="connsiteX105" fmla="*/ 1801216 w 3381020"/>
              <a:gd name="connsiteY105" fmla="*/ 4682265 h 4689885"/>
              <a:gd name="connsiteX106" fmla="*/ 1846936 w 3381020"/>
              <a:gd name="connsiteY106" fmla="*/ 4674645 h 4689885"/>
              <a:gd name="connsiteX107" fmla="*/ 1968856 w 3381020"/>
              <a:gd name="connsiteY107" fmla="*/ 4659405 h 4689885"/>
              <a:gd name="connsiteX108" fmla="*/ 2106016 w 3381020"/>
              <a:gd name="connsiteY108" fmla="*/ 4644165 h 4689885"/>
              <a:gd name="connsiteX109" fmla="*/ 2128876 w 3381020"/>
              <a:gd name="connsiteY109" fmla="*/ 4628925 h 4689885"/>
              <a:gd name="connsiteX110" fmla="*/ 2189836 w 3381020"/>
              <a:gd name="connsiteY110" fmla="*/ 4613685 h 4689885"/>
              <a:gd name="connsiteX111" fmla="*/ 2266036 w 3381020"/>
              <a:gd name="connsiteY111" fmla="*/ 4583205 h 4689885"/>
              <a:gd name="connsiteX112" fmla="*/ 2288896 w 3381020"/>
              <a:gd name="connsiteY112" fmla="*/ 4567965 h 4689885"/>
              <a:gd name="connsiteX113" fmla="*/ 2311756 w 3381020"/>
              <a:gd name="connsiteY113" fmla="*/ 4560345 h 4689885"/>
              <a:gd name="connsiteX114" fmla="*/ 2365096 w 3381020"/>
              <a:gd name="connsiteY114" fmla="*/ 4537485 h 4689885"/>
              <a:gd name="connsiteX115" fmla="*/ 2410816 w 3381020"/>
              <a:gd name="connsiteY115" fmla="*/ 4514625 h 4689885"/>
              <a:gd name="connsiteX116" fmla="*/ 2433676 w 3381020"/>
              <a:gd name="connsiteY116" fmla="*/ 4499385 h 4689885"/>
              <a:gd name="connsiteX117" fmla="*/ 2456536 w 3381020"/>
              <a:gd name="connsiteY117" fmla="*/ 4491765 h 4689885"/>
              <a:gd name="connsiteX118" fmla="*/ 2487016 w 3381020"/>
              <a:gd name="connsiteY118" fmla="*/ 4468905 h 4689885"/>
              <a:gd name="connsiteX119" fmla="*/ 2517496 w 3381020"/>
              <a:gd name="connsiteY119" fmla="*/ 4438425 h 4689885"/>
              <a:gd name="connsiteX120" fmla="*/ 2608936 w 3381020"/>
              <a:gd name="connsiteY120" fmla="*/ 4377465 h 4689885"/>
              <a:gd name="connsiteX121" fmla="*/ 2631796 w 3381020"/>
              <a:gd name="connsiteY121" fmla="*/ 4354605 h 4689885"/>
              <a:gd name="connsiteX122" fmla="*/ 2685136 w 3381020"/>
              <a:gd name="connsiteY122" fmla="*/ 4316505 h 4689885"/>
              <a:gd name="connsiteX123" fmla="*/ 2707996 w 3381020"/>
              <a:gd name="connsiteY123" fmla="*/ 4286025 h 4689885"/>
              <a:gd name="connsiteX124" fmla="*/ 2761336 w 3381020"/>
              <a:gd name="connsiteY124" fmla="*/ 4232685 h 4689885"/>
              <a:gd name="connsiteX125" fmla="*/ 2807056 w 3381020"/>
              <a:gd name="connsiteY125" fmla="*/ 4179345 h 4689885"/>
              <a:gd name="connsiteX126" fmla="*/ 2852776 w 3381020"/>
              <a:gd name="connsiteY126" fmla="*/ 4103145 h 4689885"/>
              <a:gd name="connsiteX127" fmla="*/ 2921356 w 3381020"/>
              <a:gd name="connsiteY127" fmla="*/ 4011705 h 4689885"/>
              <a:gd name="connsiteX128" fmla="*/ 2944216 w 3381020"/>
              <a:gd name="connsiteY128" fmla="*/ 3965985 h 4689885"/>
              <a:gd name="connsiteX129" fmla="*/ 2951836 w 3381020"/>
              <a:gd name="connsiteY129" fmla="*/ 3927885 h 4689885"/>
              <a:gd name="connsiteX130" fmla="*/ 2967076 w 3381020"/>
              <a:gd name="connsiteY130" fmla="*/ 3905025 h 4689885"/>
              <a:gd name="connsiteX131" fmla="*/ 2982316 w 3381020"/>
              <a:gd name="connsiteY131" fmla="*/ 3859305 h 4689885"/>
              <a:gd name="connsiteX132" fmla="*/ 2982316 w 3381020"/>
              <a:gd name="connsiteY132" fmla="*/ 3859305 h 4689885"/>
              <a:gd name="connsiteX133" fmla="*/ 2997556 w 3381020"/>
              <a:gd name="connsiteY133" fmla="*/ 3805965 h 4689885"/>
              <a:gd name="connsiteX134" fmla="*/ 3005176 w 3381020"/>
              <a:gd name="connsiteY134" fmla="*/ 3775485 h 4689885"/>
              <a:gd name="connsiteX135" fmla="*/ 3028036 w 3381020"/>
              <a:gd name="connsiteY135" fmla="*/ 3699285 h 4689885"/>
              <a:gd name="connsiteX136" fmla="*/ 3035656 w 3381020"/>
              <a:gd name="connsiteY136" fmla="*/ 3661185 h 4689885"/>
              <a:gd name="connsiteX137" fmla="*/ 3050896 w 3381020"/>
              <a:gd name="connsiteY137" fmla="*/ 3600225 h 4689885"/>
              <a:gd name="connsiteX138" fmla="*/ 3058516 w 3381020"/>
              <a:gd name="connsiteY138" fmla="*/ 3531645 h 4689885"/>
              <a:gd name="connsiteX139" fmla="*/ 3050896 w 3381020"/>
              <a:gd name="connsiteY139" fmla="*/ 3097305 h 4689885"/>
              <a:gd name="connsiteX140" fmla="*/ 3028036 w 3381020"/>
              <a:gd name="connsiteY140" fmla="*/ 2998245 h 4689885"/>
              <a:gd name="connsiteX141" fmla="*/ 3005176 w 3381020"/>
              <a:gd name="connsiteY141" fmla="*/ 2914425 h 4689885"/>
              <a:gd name="connsiteX142" fmla="*/ 2997556 w 3381020"/>
              <a:gd name="connsiteY142" fmla="*/ 2891565 h 4689885"/>
              <a:gd name="connsiteX143" fmla="*/ 2989936 w 3381020"/>
              <a:gd name="connsiteY143" fmla="*/ 2853465 h 4689885"/>
              <a:gd name="connsiteX144" fmla="*/ 2982316 w 3381020"/>
              <a:gd name="connsiteY144" fmla="*/ 2822985 h 4689885"/>
              <a:gd name="connsiteX145" fmla="*/ 2974696 w 3381020"/>
              <a:gd name="connsiteY145" fmla="*/ 2784885 h 4689885"/>
              <a:gd name="connsiteX146" fmla="*/ 2959456 w 3381020"/>
              <a:gd name="connsiteY146" fmla="*/ 2754405 h 4689885"/>
              <a:gd name="connsiteX147" fmla="*/ 2928976 w 3381020"/>
              <a:gd name="connsiteY147" fmla="*/ 2693445 h 4689885"/>
              <a:gd name="connsiteX148" fmla="*/ 2921356 w 3381020"/>
              <a:gd name="connsiteY148" fmla="*/ 2662965 h 4689885"/>
              <a:gd name="connsiteX149" fmla="*/ 2890876 w 3381020"/>
              <a:gd name="connsiteY149" fmla="*/ 2609625 h 4689885"/>
              <a:gd name="connsiteX150" fmla="*/ 2883256 w 3381020"/>
              <a:gd name="connsiteY150" fmla="*/ 2586765 h 4689885"/>
              <a:gd name="connsiteX151" fmla="*/ 2868016 w 3381020"/>
              <a:gd name="connsiteY151" fmla="*/ 2548665 h 4689885"/>
              <a:gd name="connsiteX152" fmla="*/ 2845156 w 3381020"/>
              <a:gd name="connsiteY152" fmla="*/ 2502945 h 4689885"/>
              <a:gd name="connsiteX153" fmla="*/ 2829916 w 3381020"/>
              <a:gd name="connsiteY153" fmla="*/ 2480085 h 4689885"/>
              <a:gd name="connsiteX154" fmla="*/ 2822296 w 3381020"/>
              <a:gd name="connsiteY154" fmla="*/ 2457225 h 4689885"/>
              <a:gd name="connsiteX155" fmla="*/ 2799436 w 3381020"/>
              <a:gd name="connsiteY155" fmla="*/ 2396265 h 4689885"/>
              <a:gd name="connsiteX156" fmla="*/ 2791816 w 3381020"/>
              <a:gd name="connsiteY156" fmla="*/ 2365785 h 4689885"/>
              <a:gd name="connsiteX157" fmla="*/ 2768956 w 3381020"/>
              <a:gd name="connsiteY157" fmla="*/ 2312445 h 4689885"/>
              <a:gd name="connsiteX158" fmla="*/ 2753716 w 3381020"/>
              <a:gd name="connsiteY158" fmla="*/ 2236245 h 4689885"/>
              <a:gd name="connsiteX159" fmla="*/ 2738476 w 3381020"/>
              <a:gd name="connsiteY159" fmla="*/ 2205765 h 4689885"/>
              <a:gd name="connsiteX160" fmla="*/ 2730856 w 3381020"/>
              <a:gd name="connsiteY160" fmla="*/ 2137185 h 4689885"/>
              <a:gd name="connsiteX161" fmla="*/ 2715616 w 3381020"/>
              <a:gd name="connsiteY161" fmla="*/ 2114325 h 4689885"/>
              <a:gd name="connsiteX162" fmla="*/ 2707996 w 3381020"/>
              <a:gd name="connsiteY162" fmla="*/ 2091465 h 4689885"/>
              <a:gd name="connsiteX163" fmla="*/ 2700376 w 3381020"/>
              <a:gd name="connsiteY163" fmla="*/ 2000025 h 4689885"/>
              <a:gd name="connsiteX164" fmla="*/ 2685136 w 3381020"/>
              <a:gd name="connsiteY164" fmla="*/ 1977165 h 4689885"/>
              <a:gd name="connsiteX165" fmla="*/ 2677516 w 3381020"/>
              <a:gd name="connsiteY165" fmla="*/ 1946685 h 4689885"/>
              <a:gd name="connsiteX166" fmla="*/ 2662276 w 3381020"/>
              <a:gd name="connsiteY166" fmla="*/ 1870485 h 4689885"/>
              <a:gd name="connsiteX167" fmla="*/ 2654656 w 3381020"/>
              <a:gd name="connsiteY167" fmla="*/ 1794285 h 4689885"/>
              <a:gd name="connsiteX168" fmla="*/ 2647036 w 3381020"/>
              <a:gd name="connsiteY168" fmla="*/ 1756185 h 4689885"/>
              <a:gd name="connsiteX169" fmla="*/ 2639416 w 3381020"/>
              <a:gd name="connsiteY169" fmla="*/ 1679985 h 4689885"/>
              <a:gd name="connsiteX170" fmla="*/ 2616556 w 3381020"/>
              <a:gd name="connsiteY170" fmla="*/ 1558065 h 4689885"/>
              <a:gd name="connsiteX171" fmla="*/ 2624176 w 3381020"/>
              <a:gd name="connsiteY171" fmla="*/ 1062765 h 4689885"/>
              <a:gd name="connsiteX172" fmla="*/ 2631796 w 3381020"/>
              <a:gd name="connsiteY172" fmla="*/ 1039905 h 4689885"/>
              <a:gd name="connsiteX173" fmla="*/ 2647036 w 3381020"/>
              <a:gd name="connsiteY173" fmla="*/ 1017045 h 4689885"/>
              <a:gd name="connsiteX174" fmla="*/ 2677516 w 3381020"/>
              <a:gd name="connsiteY174" fmla="*/ 917985 h 4689885"/>
              <a:gd name="connsiteX175" fmla="*/ 2692756 w 3381020"/>
              <a:gd name="connsiteY175" fmla="*/ 849405 h 4689885"/>
              <a:gd name="connsiteX176" fmla="*/ 2715616 w 3381020"/>
              <a:gd name="connsiteY176" fmla="*/ 773205 h 4689885"/>
              <a:gd name="connsiteX177" fmla="*/ 2730856 w 3381020"/>
              <a:gd name="connsiteY177" fmla="*/ 742725 h 4689885"/>
              <a:gd name="connsiteX178" fmla="*/ 2753716 w 3381020"/>
              <a:gd name="connsiteY178" fmla="*/ 681765 h 4689885"/>
              <a:gd name="connsiteX179" fmla="*/ 2768956 w 3381020"/>
              <a:gd name="connsiteY179" fmla="*/ 658905 h 4689885"/>
              <a:gd name="connsiteX180" fmla="*/ 2776576 w 3381020"/>
              <a:gd name="connsiteY180" fmla="*/ 636045 h 4689885"/>
              <a:gd name="connsiteX181" fmla="*/ 2791816 w 3381020"/>
              <a:gd name="connsiteY181" fmla="*/ 597945 h 4689885"/>
              <a:gd name="connsiteX182" fmla="*/ 2822296 w 3381020"/>
              <a:gd name="connsiteY182" fmla="*/ 536985 h 4689885"/>
              <a:gd name="connsiteX183" fmla="*/ 2837536 w 3381020"/>
              <a:gd name="connsiteY183" fmla="*/ 506505 h 4689885"/>
              <a:gd name="connsiteX184" fmla="*/ 2875636 w 3381020"/>
              <a:gd name="connsiteY184" fmla="*/ 453165 h 4689885"/>
              <a:gd name="connsiteX185" fmla="*/ 2906116 w 3381020"/>
              <a:gd name="connsiteY185" fmla="*/ 422685 h 4689885"/>
              <a:gd name="connsiteX186" fmla="*/ 2921356 w 3381020"/>
              <a:gd name="connsiteY186" fmla="*/ 399825 h 4689885"/>
              <a:gd name="connsiteX187" fmla="*/ 2959456 w 3381020"/>
              <a:gd name="connsiteY187" fmla="*/ 338865 h 4689885"/>
              <a:gd name="connsiteX188" fmla="*/ 2982316 w 3381020"/>
              <a:gd name="connsiteY188" fmla="*/ 308385 h 4689885"/>
              <a:gd name="connsiteX189" fmla="*/ 3043276 w 3381020"/>
              <a:gd name="connsiteY189" fmla="*/ 255045 h 4689885"/>
              <a:gd name="connsiteX190" fmla="*/ 3058516 w 3381020"/>
              <a:gd name="connsiteY190" fmla="*/ 232185 h 4689885"/>
              <a:gd name="connsiteX191" fmla="*/ 3088996 w 3381020"/>
              <a:gd name="connsiteY191" fmla="*/ 209325 h 4689885"/>
              <a:gd name="connsiteX192" fmla="*/ 3119476 w 3381020"/>
              <a:gd name="connsiteY192" fmla="*/ 178845 h 4689885"/>
              <a:gd name="connsiteX193" fmla="*/ 3149956 w 3381020"/>
              <a:gd name="connsiteY193" fmla="*/ 163605 h 4689885"/>
              <a:gd name="connsiteX194" fmla="*/ 3218536 w 3381020"/>
              <a:gd name="connsiteY194" fmla="*/ 110265 h 4689885"/>
              <a:gd name="connsiteX195" fmla="*/ 3271876 w 3381020"/>
              <a:gd name="connsiteY195" fmla="*/ 72165 h 4689885"/>
              <a:gd name="connsiteX196" fmla="*/ 3325216 w 3381020"/>
              <a:gd name="connsiteY196" fmla="*/ 41685 h 4689885"/>
              <a:gd name="connsiteX197" fmla="*/ 3348076 w 3381020"/>
              <a:gd name="connsiteY197" fmla="*/ 18825 h 4689885"/>
              <a:gd name="connsiteX198" fmla="*/ 3378556 w 3381020"/>
              <a:gd name="connsiteY198" fmla="*/ 3585 h 4689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3381020" h="4689885">
                <a:moveTo>
                  <a:pt x="178156" y="643665"/>
                </a:moveTo>
                <a:cubicBezTo>
                  <a:pt x="188316" y="651285"/>
                  <a:pt x="200371" y="656882"/>
                  <a:pt x="208636" y="666525"/>
                </a:cubicBezTo>
                <a:cubicBezTo>
                  <a:pt x="216028" y="675150"/>
                  <a:pt x="218032" y="687265"/>
                  <a:pt x="223876" y="697005"/>
                </a:cubicBezTo>
                <a:cubicBezTo>
                  <a:pt x="233300" y="712711"/>
                  <a:pt x="248564" y="725349"/>
                  <a:pt x="254356" y="742725"/>
                </a:cubicBezTo>
                <a:cubicBezTo>
                  <a:pt x="272226" y="796336"/>
                  <a:pt x="248968" y="730153"/>
                  <a:pt x="277216" y="796065"/>
                </a:cubicBezTo>
                <a:cubicBezTo>
                  <a:pt x="280380" y="803448"/>
                  <a:pt x="281512" y="811613"/>
                  <a:pt x="284836" y="818925"/>
                </a:cubicBezTo>
                <a:cubicBezTo>
                  <a:pt x="294237" y="839607"/>
                  <a:pt x="315316" y="879885"/>
                  <a:pt x="315316" y="879885"/>
                </a:cubicBezTo>
                <a:cubicBezTo>
                  <a:pt x="317856" y="895125"/>
                  <a:pt x="319584" y="910523"/>
                  <a:pt x="322936" y="925605"/>
                </a:cubicBezTo>
                <a:cubicBezTo>
                  <a:pt x="327421" y="945787"/>
                  <a:pt x="336478" y="960308"/>
                  <a:pt x="345796" y="978945"/>
                </a:cubicBezTo>
                <a:cubicBezTo>
                  <a:pt x="349588" y="1001695"/>
                  <a:pt x="361036" y="1066552"/>
                  <a:pt x="361036" y="1085625"/>
                </a:cubicBezTo>
                <a:cubicBezTo>
                  <a:pt x="361036" y="1146638"/>
                  <a:pt x="357923" y="1207659"/>
                  <a:pt x="353416" y="1268505"/>
                </a:cubicBezTo>
                <a:cubicBezTo>
                  <a:pt x="351563" y="1293516"/>
                  <a:pt x="340374" y="1292135"/>
                  <a:pt x="330556" y="1314225"/>
                </a:cubicBezTo>
                <a:cubicBezTo>
                  <a:pt x="324032" y="1328905"/>
                  <a:pt x="324227" y="1346579"/>
                  <a:pt x="315316" y="1359945"/>
                </a:cubicBezTo>
                <a:cubicBezTo>
                  <a:pt x="278858" y="1414631"/>
                  <a:pt x="297788" y="1392713"/>
                  <a:pt x="261976" y="1428525"/>
                </a:cubicBezTo>
                <a:cubicBezTo>
                  <a:pt x="259436" y="1436145"/>
                  <a:pt x="259374" y="1445113"/>
                  <a:pt x="254356" y="1451385"/>
                </a:cubicBezTo>
                <a:cubicBezTo>
                  <a:pt x="248635" y="1458536"/>
                  <a:pt x="238948" y="1461302"/>
                  <a:pt x="231496" y="1466625"/>
                </a:cubicBezTo>
                <a:cubicBezTo>
                  <a:pt x="221162" y="1474007"/>
                  <a:pt x="209996" y="1480505"/>
                  <a:pt x="201016" y="1489485"/>
                </a:cubicBezTo>
                <a:cubicBezTo>
                  <a:pt x="194540" y="1495961"/>
                  <a:pt x="192252" y="1505869"/>
                  <a:pt x="185776" y="1512345"/>
                </a:cubicBezTo>
                <a:cubicBezTo>
                  <a:pt x="147198" y="1550923"/>
                  <a:pt x="160433" y="1518196"/>
                  <a:pt x="124816" y="1565685"/>
                </a:cubicBezTo>
                <a:cubicBezTo>
                  <a:pt x="100979" y="1597468"/>
                  <a:pt x="121192" y="1596041"/>
                  <a:pt x="86716" y="1619025"/>
                </a:cubicBezTo>
                <a:cubicBezTo>
                  <a:pt x="72539" y="1628476"/>
                  <a:pt x="55891" y="1633610"/>
                  <a:pt x="40996" y="1641885"/>
                </a:cubicBezTo>
                <a:cubicBezTo>
                  <a:pt x="32990" y="1646333"/>
                  <a:pt x="25756" y="1652045"/>
                  <a:pt x="18136" y="1657125"/>
                </a:cubicBezTo>
                <a:cubicBezTo>
                  <a:pt x="13056" y="1664745"/>
                  <a:pt x="0" y="1671297"/>
                  <a:pt x="2896" y="1679985"/>
                </a:cubicBezTo>
                <a:cubicBezTo>
                  <a:pt x="8663" y="1697285"/>
                  <a:pt x="41022" y="1705394"/>
                  <a:pt x="56236" y="1710465"/>
                </a:cubicBezTo>
                <a:cubicBezTo>
                  <a:pt x="63139" y="1715642"/>
                  <a:pt x="98434" y="1742994"/>
                  <a:pt x="109576" y="1748565"/>
                </a:cubicBezTo>
                <a:cubicBezTo>
                  <a:pt x="116760" y="1752157"/>
                  <a:pt x="124816" y="1753645"/>
                  <a:pt x="132436" y="1756185"/>
                </a:cubicBezTo>
                <a:cubicBezTo>
                  <a:pt x="140056" y="1763805"/>
                  <a:pt x="147017" y="1772146"/>
                  <a:pt x="155296" y="1779045"/>
                </a:cubicBezTo>
                <a:cubicBezTo>
                  <a:pt x="162331" y="1784908"/>
                  <a:pt x="171680" y="1787809"/>
                  <a:pt x="178156" y="1794285"/>
                </a:cubicBezTo>
                <a:cubicBezTo>
                  <a:pt x="187136" y="1803265"/>
                  <a:pt x="192751" y="1815122"/>
                  <a:pt x="201016" y="1824765"/>
                </a:cubicBezTo>
                <a:cubicBezTo>
                  <a:pt x="208029" y="1832947"/>
                  <a:pt x="217260" y="1839119"/>
                  <a:pt x="223876" y="1847625"/>
                </a:cubicBezTo>
                <a:cubicBezTo>
                  <a:pt x="235121" y="1862083"/>
                  <a:pt x="248564" y="1875969"/>
                  <a:pt x="254356" y="1893345"/>
                </a:cubicBezTo>
                <a:cubicBezTo>
                  <a:pt x="264872" y="1924893"/>
                  <a:pt x="257521" y="1909522"/>
                  <a:pt x="277216" y="1939065"/>
                </a:cubicBezTo>
                <a:cubicBezTo>
                  <a:pt x="279756" y="1949225"/>
                  <a:pt x="282564" y="1959322"/>
                  <a:pt x="284836" y="1969545"/>
                </a:cubicBezTo>
                <a:cubicBezTo>
                  <a:pt x="287646" y="1982188"/>
                  <a:pt x="287196" y="1995810"/>
                  <a:pt x="292456" y="2007645"/>
                </a:cubicBezTo>
                <a:cubicBezTo>
                  <a:pt x="297614" y="2019250"/>
                  <a:pt x="307696" y="2027965"/>
                  <a:pt x="315316" y="2038125"/>
                </a:cubicBezTo>
                <a:lnTo>
                  <a:pt x="338176" y="2106705"/>
                </a:lnTo>
                <a:lnTo>
                  <a:pt x="353416" y="2152425"/>
                </a:lnTo>
                <a:cubicBezTo>
                  <a:pt x="355956" y="2177825"/>
                  <a:pt x="355777" y="2203646"/>
                  <a:pt x="361036" y="2228625"/>
                </a:cubicBezTo>
                <a:cubicBezTo>
                  <a:pt x="366000" y="2252205"/>
                  <a:pt x="383896" y="2297205"/>
                  <a:pt x="383896" y="2297205"/>
                </a:cubicBezTo>
                <a:cubicBezTo>
                  <a:pt x="381366" y="2350342"/>
                  <a:pt x="398960" y="2434612"/>
                  <a:pt x="361036" y="2487705"/>
                </a:cubicBezTo>
                <a:cubicBezTo>
                  <a:pt x="354772" y="2496474"/>
                  <a:pt x="347142" y="2504587"/>
                  <a:pt x="338176" y="2510565"/>
                </a:cubicBezTo>
                <a:cubicBezTo>
                  <a:pt x="331493" y="2515020"/>
                  <a:pt x="322936" y="2515645"/>
                  <a:pt x="315316" y="2518185"/>
                </a:cubicBezTo>
                <a:cubicBezTo>
                  <a:pt x="320396" y="2546125"/>
                  <a:pt x="322754" y="2574700"/>
                  <a:pt x="330556" y="2602005"/>
                </a:cubicBezTo>
                <a:cubicBezTo>
                  <a:pt x="333072" y="2610811"/>
                  <a:pt x="341700" y="2616674"/>
                  <a:pt x="345796" y="2624865"/>
                </a:cubicBezTo>
                <a:cubicBezTo>
                  <a:pt x="349388" y="2632049"/>
                  <a:pt x="349824" y="2640541"/>
                  <a:pt x="353416" y="2647725"/>
                </a:cubicBezTo>
                <a:cubicBezTo>
                  <a:pt x="357512" y="2655916"/>
                  <a:pt x="364937" y="2662216"/>
                  <a:pt x="368656" y="2670585"/>
                </a:cubicBezTo>
                <a:cubicBezTo>
                  <a:pt x="375180" y="2685265"/>
                  <a:pt x="374985" y="2702939"/>
                  <a:pt x="383896" y="2716305"/>
                </a:cubicBezTo>
                <a:cubicBezTo>
                  <a:pt x="399201" y="2739263"/>
                  <a:pt x="402775" y="2742575"/>
                  <a:pt x="414376" y="2769645"/>
                </a:cubicBezTo>
                <a:cubicBezTo>
                  <a:pt x="422206" y="2787915"/>
                  <a:pt x="424092" y="2803651"/>
                  <a:pt x="429616" y="2822985"/>
                </a:cubicBezTo>
                <a:cubicBezTo>
                  <a:pt x="431823" y="2830708"/>
                  <a:pt x="435288" y="2838053"/>
                  <a:pt x="437236" y="2845845"/>
                </a:cubicBezTo>
                <a:cubicBezTo>
                  <a:pt x="440857" y="2860329"/>
                  <a:pt x="446609" y="2898780"/>
                  <a:pt x="452476" y="2914425"/>
                </a:cubicBezTo>
                <a:cubicBezTo>
                  <a:pt x="456464" y="2925061"/>
                  <a:pt x="463241" y="2934464"/>
                  <a:pt x="467716" y="2944905"/>
                </a:cubicBezTo>
                <a:cubicBezTo>
                  <a:pt x="470880" y="2952288"/>
                  <a:pt x="471744" y="2960581"/>
                  <a:pt x="475336" y="2967765"/>
                </a:cubicBezTo>
                <a:cubicBezTo>
                  <a:pt x="479432" y="2975956"/>
                  <a:pt x="486032" y="2982674"/>
                  <a:pt x="490576" y="2990625"/>
                </a:cubicBezTo>
                <a:cubicBezTo>
                  <a:pt x="496212" y="3000488"/>
                  <a:pt x="501341" y="3010664"/>
                  <a:pt x="505816" y="3021105"/>
                </a:cubicBezTo>
                <a:cubicBezTo>
                  <a:pt x="508980" y="3028488"/>
                  <a:pt x="509389" y="3037027"/>
                  <a:pt x="513436" y="3043965"/>
                </a:cubicBezTo>
                <a:cubicBezTo>
                  <a:pt x="527280" y="3067697"/>
                  <a:pt x="559156" y="3112545"/>
                  <a:pt x="559156" y="3112545"/>
                </a:cubicBezTo>
                <a:cubicBezTo>
                  <a:pt x="561696" y="3125245"/>
                  <a:pt x="562228" y="3138518"/>
                  <a:pt x="566776" y="3150645"/>
                </a:cubicBezTo>
                <a:cubicBezTo>
                  <a:pt x="569992" y="3159220"/>
                  <a:pt x="577920" y="3165314"/>
                  <a:pt x="582016" y="3173505"/>
                </a:cubicBezTo>
                <a:cubicBezTo>
                  <a:pt x="611797" y="3233066"/>
                  <a:pt x="550161" y="3147021"/>
                  <a:pt x="620116" y="3234465"/>
                </a:cubicBezTo>
                <a:cubicBezTo>
                  <a:pt x="622656" y="3242085"/>
                  <a:pt x="624916" y="3249804"/>
                  <a:pt x="627736" y="3257325"/>
                </a:cubicBezTo>
                <a:cubicBezTo>
                  <a:pt x="632539" y="3270132"/>
                  <a:pt x="639046" y="3282324"/>
                  <a:pt x="642976" y="3295425"/>
                </a:cubicBezTo>
                <a:cubicBezTo>
                  <a:pt x="646698" y="3307830"/>
                  <a:pt x="647786" y="3320882"/>
                  <a:pt x="650596" y="3333525"/>
                </a:cubicBezTo>
                <a:cubicBezTo>
                  <a:pt x="652868" y="3343748"/>
                  <a:pt x="655207" y="3353974"/>
                  <a:pt x="658216" y="3364005"/>
                </a:cubicBezTo>
                <a:cubicBezTo>
                  <a:pt x="673687" y="3415575"/>
                  <a:pt x="671742" y="3406296"/>
                  <a:pt x="696316" y="3455445"/>
                </a:cubicBezTo>
                <a:cubicBezTo>
                  <a:pt x="700068" y="3477955"/>
                  <a:pt x="703978" y="3508911"/>
                  <a:pt x="711556" y="3531645"/>
                </a:cubicBezTo>
                <a:cubicBezTo>
                  <a:pt x="715881" y="3544621"/>
                  <a:pt x="722866" y="3556644"/>
                  <a:pt x="726796" y="3569745"/>
                </a:cubicBezTo>
                <a:cubicBezTo>
                  <a:pt x="730518" y="3582150"/>
                  <a:pt x="731606" y="3595202"/>
                  <a:pt x="734416" y="3607845"/>
                </a:cubicBezTo>
                <a:cubicBezTo>
                  <a:pt x="736688" y="3618068"/>
                  <a:pt x="739159" y="3628255"/>
                  <a:pt x="742036" y="3638325"/>
                </a:cubicBezTo>
                <a:cubicBezTo>
                  <a:pt x="744243" y="3646048"/>
                  <a:pt x="745671" y="3654211"/>
                  <a:pt x="749656" y="3661185"/>
                </a:cubicBezTo>
                <a:cubicBezTo>
                  <a:pt x="755957" y="3672212"/>
                  <a:pt x="765134" y="3681331"/>
                  <a:pt x="772516" y="3691665"/>
                </a:cubicBezTo>
                <a:cubicBezTo>
                  <a:pt x="777839" y="3699117"/>
                  <a:pt x="782676" y="3706905"/>
                  <a:pt x="787756" y="3714525"/>
                </a:cubicBezTo>
                <a:cubicBezTo>
                  <a:pt x="790296" y="3739925"/>
                  <a:pt x="792393" y="3765373"/>
                  <a:pt x="795376" y="3790725"/>
                </a:cubicBezTo>
                <a:cubicBezTo>
                  <a:pt x="797475" y="3808562"/>
                  <a:pt x="801293" y="3826185"/>
                  <a:pt x="802996" y="3844065"/>
                </a:cubicBezTo>
                <a:cubicBezTo>
                  <a:pt x="806376" y="3879555"/>
                  <a:pt x="806451" y="3915339"/>
                  <a:pt x="810616" y="3950745"/>
                </a:cubicBezTo>
                <a:cubicBezTo>
                  <a:pt x="811554" y="3958722"/>
                  <a:pt x="825856" y="3971065"/>
                  <a:pt x="818236" y="3973605"/>
                </a:cubicBezTo>
                <a:cubicBezTo>
                  <a:pt x="807879" y="3977057"/>
                  <a:pt x="761645" y="3937932"/>
                  <a:pt x="757276" y="3935505"/>
                </a:cubicBezTo>
                <a:cubicBezTo>
                  <a:pt x="745319" y="3928862"/>
                  <a:pt x="731675" y="3925820"/>
                  <a:pt x="719176" y="3920265"/>
                </a:cubicBezTo>
                <a:cubicBezTo>
                  <a:pt x="708796" y="3915652"/>
                  <a:pt x="699576" y="3908289"/>
                  <a:pt x="688696" y="3905025"/>
                </a:cubicBezTo>
                <a:cubicBezTo>
                  <a:pt x="673897" y="3900585"/>
                  <a:pt x="658058" y="3900757"/>
                  <a:pt x="642976" y="3897405"/>
                </a:cubicBezTo>
                <a:cubicBezTo>
                  <a:pt x="635135" y="3895663"/>
                  <a:pt x="627839" y="3891992"/>
                  <a:pt x="620116" y="3889785"/>
                </a:cubicBezTo>
                <a:cubicBezTo>
                  <a:pt x="610046" y="3886908"/>
                  <a:pt x="599796" y="3884705"/>
                  <a:pt x="589636" y="3882165"/>
                </a:cubicBezTo>
                <a:cubicBezTo>
                  <a:pt x="515976" y="3884705"/>
                  <a:pt x="442216" y="3885187"/>
                  <a:pt x="368656" y="3889785"/>
                </a:cubicBezTo>
                <a:cubicBezTo>
                  <a:pt x="347866" y="3891084"/>
                  <a:pt x="334982" y="3904777"/>
                  <a:pt x="322936" y="3920265"/>
                </a:cubicBezTo>
                <a:cubicBezTo>
                  <a:pt x="311691" y="3934723"/>
                  <a:pt x="299258" y="3948979"/>
                  <a:pt x="292456" y="3965985"/>
                </a:cubicBezTo>
                <a:cubicBezTo>
                  <a:pt x="272997" y="4014632"/>
                  <a:pt x="283333" y="3991851"/>
                  <a:pt x="261976" y="4034565"/>
                </a:cubicBezTo>
                <a:cubicBezTo>
                  <a:pt x="264516" y="4113305"/>
                  <a:pt x="259578" y="4192644"/>
                  <a:pt x="269596" y="4270785"/>
                </a:cubicBezTo>
                <a:cubicBezTo>
                  <a:pt x="272485" y="4293319"/>
                  <a:pt x="289916" y="4311425"/>
                  <a:pt x="300076" y="4331745"/>
                </a:cubicBezTo>
                <a:cubicBezTo>
                  <a:pt x="328276" y="4388145"/>
                  <a:pt x="299561" y="4338747"/>
                  <a:pt x="338176" y="4385085"/>
                </a:cubicBezTo>
                <a:cubicBezTo>
                  <a:pt x="356716" y="4407333"/>
                  <a:pt x="366683" y="4438765"/>
                  <a:pt x="391516" y="4453665"/>
                </a:cubicBezTo>
                <a:cubicBezTo>
                  <a:pt x="404216" y="4461285"/>
                  <a:pt x="417121" y="4468574"/>
                  <a:pt x="429616" y="4476525"/>
                </a:cubicBezTo>
                <a:cubicBezTo>
                  <a:pt x="444828" y="4486205"/>
                  <a:pt x="483735" y="4515621"/>
                  <a:pt x="505816" y="4522245"/>
                </a:cubicBezTo>
                <a:cubicBezTo>
                  <a:pt x="520615" y="4526685"/>
                  <a:pt x="536335" y="4527101"/>
                  <a:pt x="551536" y="4529865"/>
                </a:cubicBezTo>
                <a:cubicBezTo>
                  <a:pt x="564279" y="4532182"/>
                  <a:pt x="576936" y="4534945"/>
                  <a:pt x="589636" y="4537485"/>
                </a:cubicBezTo>
                <a:lnTo>
                  <a:pt x="818236" y="4529865"/>
                </a:lnTo>
                <a:cubicBezTo>
                  <a:pt x="922580" y="4525122"/>
                  <a:pt x="893426" y="4532742"/>
                  <a:pt x="947776" y="4514625"/>
                </a:cubicBezTo>
                <a:cubicBezTo>
                  <a:pt x="998576" y="4519705"/>
                  <a:pt x="1049878" y="4521117"/>
                  <a:pt x="1100176" y="4529865"/>
                </a:cubicBezTo>
                <a:cubicBezTo>
                  <a:pt x="1109199" y="4531434"/>
                  <a:pt x="1114845" y="4541009"/>
                  <a:pt x="1123036" y="4545105"/>
                </a:cubicBezTo>
                <a:cubicBezTo>
                  <a:pt x="1135270" y="4551222"/>
                  <a:pt x="1148436" y="4555265"/>
                  <a:pt x="1161136" y="4560345"/>
                </a:cubicBezTo>
                <a:cubicBezTo>
                  <a:pt x="1166216" y="4567965"/>
                  <a:pt x="1169900" y="4576729"/>
                  <a:pt x="1176376" y="4583205"/>
                </a:cubicBezTo>
                <a:cubicBezTo>
                  <a:pt x="1196160" y="4602989"/>
                  <a:pt x="1213192" y="4609233"/>
                  <a:pt x="1237336" y="4621305"/>
                </a:cubicBezTo>
                <a:cubicBezTo>
                  <a:pt x="1242416" y="4628925"/>
                  <a:pt x="1245541" y="4638302"/>
                  <a:pt x="1252576" y="4644165"/>
                </a:cubicBezTo>
                <a:cubicBezTo>
                  <a:pt x="1274305" y="4662273"/>
                  <a:pt x="1295103" y="4660512"/>
                  <a:pt x="1321156" y="4667025"/>
                </a:cubicBezTo>
                <a:cubicBezTo>
                  <a:pt x="1328948" y="4668973"/>
                  <a:pt x="1336323" y="4672337"/>
                  <a:pt x="1344016" y="4674645"/>
                </a:cubicBezTo>
                <a:cubicBezTo>
                  <a:pt x="1361728" y="4679958"/>
                  <a:pt x="1379576" y="4684805"/>
                  <a:pt x="1397356" y="4689885"/>
                </a:cubicBezTo>
                <a:lnTo>
                  <a:pt x="1801216" y="4682265"/>
                </a:lnTo>
                <a:cubicBezTo>
                  <a:pt x="1816657" y="4681742"/>
                  <a:pt x="1831627" y="4676733"/>
                  <a:pt x="1846936" y="4674645"/>
                </a:cubicBezTo>
                <a:cubicBezTo>
                  <a:pt x="1887517" y="4669111"/>
                  <a:pt x="1928133" y="4663768"/>
                  <a:pt x="1968856" y="4659405"/>
                </a:cubicBezTo>
                <a:cubicBezTo>
                  <a:pt x="2118428" y="4643379"/>
                  <a:pt x="2008539" y="4660411"/>
                  <a:pt x="2106016" y="4644165"/>
                </a:cubicBezTo>
                <a:cubicBezTo>
                  <a:pt x="2113636" y="4639085"/>
                  <a:pt x="2120301" y="4632141"/>
                  <a:pt x="2128876" y="4628925"/>
                </a:cubicBezTo>
                <a:cubicBezTo>
                  <a:pt x="2200036" y="4602240"/>
                  <a:pt x="2139071" y="4636247"/>
                  <a:pt x="2189836" y="4613685"/>
                </a:cubicBezTo>
                <a:cubicBezTo>
                  <a:pt x="2260662" y="4582207"/>
                  <a:pt x="2209352" y="4597376"/>
                  <a:pt x="2266036" y="4583205"/>
                </a:cubicBezTo>
                <a:cubicBezTo>
                  <a:pt x="2273656" y="4578125"/>
                  <a:pt x="2280705" y="4572061"/>
                  <a:pt x="2288896" y="4567965"/>
                </a:cubicBezTo>
                <a:cubicBezTo>
                  <a:pt x="2296080" y="4564373"/>
                  <a:pt x="2304298" y="4563328"/>
                  <a:pt x="2311756" y="4560345"/>
                </a:cubicBezTo>
                <a:cubicBezTo>
                  <a:pt x="2329717" y="4553161"/>
                  <a:pt x="2347532" y="4545591"/>
                  <a:pt x="2365096" y="4537485"/>
                </a:cubicBezTo>
                <a:cubicBezTo>
                  <a:pt x="2380567" y="4530345"/>
                  <a:pt x="2395921" y="4522900"/>
                  <a:pt x="2410816" y="4514625"/>
                </a:cubicBezTo>
                <a:cubicBezTo>
                  <a:pt x="2418822" y="4510177"/>
                  <a:pt x="2425485" y="4503481"/>
                  <a:pt x="2433676" y="4499385"/>
                </a:cubicBezTo>
                <a:cubicBezTo>
                  <a:pt x="2440860" y="4495793"/>
                  <a:pt x="2448916" y="4494305"/>
                  <a:pt x="2456536" y="4491765"/>
                </a:cubicBezTo>
                <a:cubicBezTo>
                  <a:pt x="2466696" y="4484145"/>
                  <a:pt x="2477458" y="4477268"/>
                  <a:pt x="2487016" y="4468905"/>
                </a:cubicBezTo>
                <a:cubicBezTo>
                  <a:pt x="2497829" y="4459443"/>
                  <a:pt x="2506375" y="4447524"/>
                  <a:pt x="2517496" y="4438425"/>
                </a:cubicBezTo>
                <a:cubicBezTo>
                  <a:pt x="2667712" y="4315521"/>
                  <a:pt x="2494603" y="4463215"/>
                  <a:pt x="2608936" y="4377465"/>
                </a:cubicBezTo>
                <a:cubicBezTo>
                  <a:pt x="2617557" y="4370999"/>
                  <a:pt x="2623381" y="4361337"/>
                  <a:pt x="2631796" y="4354605"/>
                </a:cubicBezTo>
                <a:cubicBezTo>
                  <a:pt x="2648858" y="4340955"/>
                  <a:pt x="2668895" y="4331122"/>
                  <a:pt x="2685136" y="4316505"/>
                </a:cubicBezTo>
                <a:cubicBezTo>
                  <a:pt x="2694576" y="4308009"/>
                  <a:pt x="2699453" y="4295422"/>
                  <a:pt x="2707996" y="4286025"/>
                </a:cubicBezTo>
                <a:cubicBezTo>
                  <a:pt x="2724910" y="4267419"/>
                  <a:pt x="2750091" y="4255175"/>
                  <a:pt x="2761336" y="4232685"/>
                </a:cubicBezTo>
                <a:cubicBezTo>
                  <a:pt x="2782256" y="4190846"/>
                  <a:pt x="2767489" y="4209021"/>
                  <a:pt x="2807056" y="4179345"/>
                </a:cubicBezTo>
                <a:cubicBezTo>
                  <a:pt x="2825925" y="4141607"/>
                  <a:pt x="2823351" y="4143604"/>
                  <a:pt x="2852776" y="4103145"/>
                </a:cubicBezTo>
                <a:cubicBezTo>
                  <a:pt x="2887114" y="4055931"/>
                  <a:pt x="2886958" y="4067602"/>
                  <a:pt x="2921356" y="4011705"/>
                </a:cubicBezTo>
                <a:cubicBezTo>
                  <a:pt x="2930286" y="3997194"/>
                  <a:pt x="2936596" y="3981225"/>
                  <a:pt x="2944216" y="3965985"/>
                </a:cubicBezTo>
                <a:cubicBezTo>
                  <a:pt x="2946756" y="3953285"/>
                  <a:pt x="2947288" y="3940012"/>
                  <a:pt x="2951836" y="3927885"/>
                </a:cubicBezTo>
                <a:cubicBezTo>
                  <a:pt x="2955052" y="3919310"/>
                  <a:pt x="2963357" y="3913394"/>
                  <a:pt x="2967076" y="3905025"/>
                </a:cubicBezTo>
                <a:cubicBezTo>
                  <a:pt x="2973600" y="3890345"/>
                  <a:pt x="2977236" y="3874545"/>
                  <a:pt x="2982316" y="3859305"/>
                </a:cubicBezTo>
                <a:lnTo>
                  <a:pt x="2982316" y="3859305"/>
                </a:lnTo>
                <a:cubicBezTo>
                  <a:pt x="2987396" y="3841525"/>
                  <a:pt x="2992691" y="3823805"/>
                  <a:pt x="2997556" y="3805965"/>
                </a:cubicBezTo>
                <a:cubicBezTo>
                  <a:pt x="3000312" y="3795861"/>
                  <a:pt x="3002299" y="3785555"/>
                  <a:pt x="3005176" y="3775485"/>
                </a:cubicBezTo>
                <a:cubicBezTo>
                  <a:pt x="3024533" y="3707736"/>
                  <a:pt x="2997031" y="3823303"/>
                  <a:pt x="3028036" y="3699285"/>
                </a:cubicBezTo>
                <a:cubicBezTo>
                  <a:pt x="3031177" y="3686720"/>
                  <a:pt x="3032515" y="3673750"/>
                  <a:pt x="3035656" y="3661185"/>
                </a:cubicBezTo>
                <a:cubicBezTo>
                  <a:pt x="3047475" y="3613909"/>
                  <a:pt x="3041534" y="3665759"/>
                  <a:pt x="3050896" y="3600225"/>
                </a:cubicBezTo>
                <a:cubicBezTo>
                  <a:pt x="3054149" y="3577455"/>
                  <a:pt x="3055976" y="3554505"/>
                  <a:pt x="3058516" y="3531645"/>
                </a:cubicBezTo>
                <a:cubicBezTo>
                  <a:pt x="3055976" y="3386865"/>
                  <a:pt x="3055419" y="3242037"/>
                  <a:pt x="3050896" y="3097305"/>
                </a:cubicBezTo>
                <a:cubicBezTo>
                  <a:pt x="3049324" y="3046993"/>
                  <a:pt x="3041514" y="3044071"/>
                  <a:pt x="3028036" y="2998245"/>
                </a:cubicBezTo>
                <a:cubicBezTo>
                  <a:pt x="3019864" y="2970461"/>
                  <a:pt x="3013132" y="2942271"/>
                  <a:pt x="3005176" y="2914425"/>
                </a:cubicBezTo>
                <a:cubicBezTo>
                  <a:pt x="3002969" y="2906702"/>
                  <a:pt x="2999504" y="2899357"/>
                  <a:pt x="2997556" y="2891565"/>
                </a:cubicBezTo>
                <a:cubicBezTo>
                  <a:pt x="2994415" y="2879000"/>
                  <a:pt x="2992746" y="2866108"/>
                  <a:pt x="2989936" y="2853465"/>
                </a:cubicBezTo>
                <a:cubicBezTo>
                  <a:pt x="2987664" y="2843242"/>
                  <a:pt x="2984588" y="2833208"/>
                  <a:pt x="2982316" y="2822985"/>
                </a:cubicBezTo>
                <a:cubicBezTo>
                  <a:pt x="2979506" y="2810342"/>
                  <a:pt x="2978792" y="2797172"/>
                  <a:pt x="2974696" y="2784885"/>
                </a:cubicBezTo>
                <a:cubicBezTo>
                  <a:pt x="2971104" y="2774109"/>
                  <a:pt x="2964069" y="2764785"/>
                  <a:pt x="2959456" y="2754405"/>
                </a:cubicBezTo>
                <a:cubicBezTo>
                  <a:pt x="2934601" y="2698481"/>
                  <a:pt x="2955964" y="2733927"/>
                  <a:pt x="2928976" y="2693445"/>
                </a:cubicBezTo>
                <a:cubicBezTo>
                  <a:pt x="2926436" y="2683285"/>
                  <a:pt x="2925033" y="2672771"/>
                  <a:pt x="2921356" y="2662965"/>
                </a:cubicBezTo>
                <a:cubicBezTo>
                  <a:pt x="2901317" y="2609528"/>
                  <a:pt x="2912984" y="2653841"/>
                  <a:pt x="2890876" y="2609625"/>
                </a:cubicBezTo>
                <a:cubicBezTo>
                  <a:pt x="2887284" y="2602441"/>
                  <a:pt x="2886076" y="2594286"/>
                  <a:pt x="2883256" y="2586765"/>
                </a:cubicBezTo>
                <a:cubicBezTo>
                  <a:pt x="2878453" y="2573958"/>
                  <a:pt x="2873676" y="2561117"/>
                  <a:pt x="2868016" y="2548665"/>
                </a:cubicBezTo>
                <a:cubicBezTo>
                  <a:pt x="2860965" y="2533153"/>
                  <a:pt x="2853431" y="2517840"/>
                  <a:pt x="2845156" y="2502945"/>
                </a:cubicBezTo>
                <a:cubicBezTo>
                  <a:pt x="2840708" y="2494939"/>
                  <a:pt x="2834012" y="2488276"/>
                  <a:pt x="2829916" y="2480085"/>
                </a:cubicBezTo>
                <a:cubicBezTo>
                  <a:pt x="2826324" y="2472901"/>
                  <a:pt x="2825116" y="2464746"/>
                  <a:pt x="2822296" y="2457225"/>
                </a:cubicBezTo>
                <a:cubicBezTo>
                  <a:pt x="2812634" y="2431459"/>
                  <a:pt x="2806354" y="2420479"/>
                  <a:pt x="2799436" y="2396265"/>
                </a:cubicBezTo>
                <a:cubicBezTo>
                  <a:pt x="2796559" y="2386195"/>
                  <a:pt x="2795493" y="2375591"/>
                  <a:pt x="2791816" y="2365785"/>
                </a:cubicBezTo>
                <a:cubicBezTo>
                  <a:pt x="2779109" y="2331900"/>
                  <a:pt x="2775837" y="2343409"/>
                  <a:pt x="2768956" y="2312445"/>
                </a:cubicBezTo>
                <a:cubicBezTo>
                  <a:pt x="2764167" y="2290896"/>
                  <a:pt x="2761997" y="2258328"/>
                  <a:pt x="2753716" y="2236245"/>
                </a:cubicBezTo>
                <a:cubicBezTo>
                  <a:pt x="2749728" y="2225609"/>
                  <a:pt x="2743556" y="2215925"/>
                  <a:pt x="2738476" y="2205765"/>
                </a:cubicBezTo>
                <a:cubicBezTo>
                  <a:pt x="2735936" y="2182905"/>
                  <a:pt x="2736434" y="2159499"/>
                  <a:pt x="2730856" y="2137185"/>
                </a:cubicBezTo>
                <a:cubicBezTo>
                  <a:pt x="2728635" y="2128300"/>
                  <a:pt x="2719712" y="2122516"/>
                  <a:pt x="2715616" y="2114325"/>
                </a:cubicBezTo>
                <a:cubicBezTo>
                  <a:pt x="2712024" y="2107141"/>
                  <a:pt x="2710536" y="2099085"/>
                  <a:pt x="2707996" y="2091465"/>
                </a:cubicBezTo>
                <a:cubicBezTo>
                  <a:pt x="2705456" y="2060985"/>
                  <a:pt x="2706374" y="2030017"/>
                  <a:pt x="2700376" y="2000025"/>
                </a:cubicBezTo>
                <a:cubicBezTo>
                  <a:pt x="2698580" y="1991045"/>
                  <a:pt x="2688744" y="1985583"/>
                  <a:pt x="2685136" y="1977165"/>
                </a:cubicBezTo>
                <a:cubicBezTo>
                  <a:pt x="2681011" y="1967539"/>
                  <a:pt x="2679710" y="1956925"/>
                  <a:pt x="2677516" y="1946685"/>
                </a:cubicBezTo>
                <a:cubicBezTo>
                  <a:pt x="2672089" y="1921357"/>
                  <a:pt x="2664853" y="1896259"/>
                  <a:pt x="2662276" y="1870485"/>
                </a:cubicBezTo>
                <a:cubicBezTo>
                  <a:pt x="2659736" y="1845085"/>
                  <a:pt x="2658030" y="1819588"/>
                  <a:pt x="2654656" y="1794285"/>
                </a:cubicBezTo>
                <a:cubicBezTo>
                  <a:pt x="2652944" y="1781447"/>
                  <a:pt x="2648748" y="1769023"/>
                  <a:pt x="2647036" y="1756185"/>
                </a:cubicBezTo>
                <a:cubicBezTo>
                  <a:pt x="2643662" y="1730882"/>
                  <a:pt x="2642582" y="1705315"/>
                  <a:pt x="2639416" y="1679985"/>
                </a:cubicBezTo>
                <a:cubicBezTo>
                  <a:pt x="2635457" y="1648309"/>
                  <a:pt x="2621550" y="1583033"/>
                  <a:pt x="2616556" y="1558065"/>
                </a:cubicBezTo>
                <a:cubicBezTo>
                  <a:pt x="2619096" y="1392965"/>
                  <a:pt x="2619322" y="1227813"/>
                  <a:pt x="2624176" y="1062765"/>
                </a:cubicBezTo>
                <a:cubicBezTo>
                  <a:pt x="2624412" y="1054736"/>
                  <a:pt x="2628204" y="1047089"/>
                  <a:pt x="2631796" y="1039905"/>
                </a:cubicBezTo>
                <a:cubicBezTo>
                  <a:pt x="2635892" y="1031714"/>
                  <a:pt x="2641956" y="1024665"/>
                  <a:pt x="2647036" y="1017045"/>
                </a:cubicBezTo>
                <a:cubicBezTo>
                  <a:pt x="2664072" y="931865"/>
                  <a:pt x="2647908" y="962398"/>
                  <a:pt x="2677516" y="917985"/>
                </a:cubicBezTo>
                <a:cubicBezTo>
                  <a:pt x="2691268" y="835476"/>
                  <a:pt x="2677749" y="901929"/>
                  <a:pt x="2692756" y="849405"/>
                </a:cubicBezTo>
                <a:cubicBezTo>
                  <a:pt x="2700048" y="823883"/>
                  <a:pt x="2703544" y="797350"/>
                  <a:pt x="2715616" y="773205"/>
                </a:cubicBezTo>
                <a:cubicBezTo>
                  <a:pt x="2720696" y="763045"/>
                  <a:pt x="2726381" y="753166"/>
                  <a:pt x="2730856" y="742725"/>
                </a:cubicBezTo>
                <a:cubicBezTo>
                  <a:pt x="2750641" y="696560"/>
                  <a:pt x="2722143" y="744911"/>
                  <a:pt x="2753716" y="681765"/>
                </a:cubicBezTo>
                <a:cubicBezTo>
                  <a:pt x="2757812" y="673574"/>
                  <a:pt x="2764860" y="667096"/>
                  <a:pt x="2768956" y="658905"/>
                </a:cubicBezTo>
                <a:cubicBezTo>
                  <a:pt x="2772548" y="651721"/>
                  <a:pt x="2773756" y="643566"/>
                  <a:pt x="2776576" y="636045"/>
                </a:cubicBezTo>
                <a:cubicBezTo>
                  <a:pt x="2781379" y="623238"/>
                  <a:pt x="2786084" y="610364"/>
                  <a:pt x="2791816" y="597945"/>
                </a:cubicBezTo>
                <a:cubicBezTo>
                  <a:pt x="2801336" y="577318"/>
                  <a:pt x="2812136" y="557305"/>
                  <a:pt x="2822296" y="536985"/>
                </a:cubicBezTo>
                <a:cubicBezTo>
                  <a:pt x="2827376" y="526825"/>
                  <a:pt x="2829504" y="514537"/>
                  <a:pt x="2837536" y="506505"/>
                </a:cubicBezTo>
                <a:cubicBezTo>
                  <a:pt x="2906488" y="437553"/>
                  <a:pt x="2815458" y="533402"/>
                  <a:pt x="2875636" y="453165"/>
                </a:cubicBezTo>
                <a:cubicBezTo>
                  <a:pt x="2884257" y="441670"/>
                  <a:pt x="2896765" y="433594"/>
                  <a:pt x="2906116" y="422685"/>
                </a:cubicBezTo>
                <a:cubicBezTo>
                  <a:pt x="2912076" y="415732"/>
                  <a:pt x="2916502" y="407591"/>
                  <a:pt x="2921356" y="399825"/>
                </a:cubicBezTo>
                <a:cubicBezTo>
                  <a:pt x="2939152" y="371351"/>
                  <a:pt x="2942045" y="363240"/>
                  <a:pt x="2959456" y="338865"/>
                </a:cubicBezTo>
                <a:cubicBezTo>
                  <a:pt x="2966838" y="328531"/>
                  <a:pt x="2973336" y="317365"/>
                  <a:pt x="2982316" y="308385"/>
                </a:cubicBezTo>
                <a:cubicBezTo>
                  <a:pt x="3052375" y="238326"/>
                  <a:pt x="2972043" y="338151"/>
                  <a:pt x="3043276" y="255045"/>
                </a:cubicBezTo>
                <a:cubicBezTo>
                  <a:pt x="3049236" y="248092"/>
                  <a:pt x="3052040" y="238661"/>
                  <a:pt x="3058516" y="232185"/>
                </a:cubicBezTo>
                <a:cubicBezTo>
                  <a:pt x="3067496" y="223205"/>
                  <a:pt x="3079438" y="217688"/>
                  <a:pt x="3088996" y="209325"/>
                </a:cubicBezTo>
                <a:cubicBezTo>
                  <a:pt x="3099809" y="199863"/>
                  <a:pt x="3107981" y="187466"/>
                  <a:pt x="3119476" y="178845"/>
                </a:cubicBezTo>
                <a:cubicBezTo>
                  <a:pt x="3128563" y="172029"/>
                  <a:pt x="3141086" y="170701"/>
                  <a:pt x="3149956" y="163605"/>
                </a:cubicBezTo>
                <a:cubicBezTo>
                  <a:pt x="3223384" y="104863"/>
                  <a:pt x="3167020" y="127437"/>
                  <a:pt x="3218536" y="110265"/>
                </a:cubicBezTo>
                <a:cubicBezTo>
                  <a:pt x="3262115" y="66686"/>
                  <a:pt x="3218385" y="105597"/>
                  <a:pt x="3271876" y="72165"/>
                </a:cubicBezTo>
                <a:cubicBezTo>
                  <a:pt x="3324598" y="39213"/>
                  <a:pt x="3280304" y="56656"/>
                  <a:pt x="3325216" y="41685"/>
                </a:cubicBezTo>
                <a:cubicBezTo>
                  <a:pt x="3332836" y="34065"/>
                  <a:pt x="3338720" y="24172"/>
                  <a:pt x="3348076" y="18825"/>
                </a:cubicBezTo>
                <a:cubicBezTo>
                  <a:pt x="3381020" y="0"/>
                  <a:pt x="3378556" y="24246"/>
                  <a:pt x="3378556" y="3585"/>
                </a:cubicBezTo>
              </a:path>
            </a:pathLst>
          </a:cu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4786314" y="906645"/>
            <a:ext cx="1144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클래스 </a:t>
            </a:r>
            <a:r>
              <a:rPr lang="ko-KR" altLang="en-US" sz="1400" dirty="0" err="1"/>
              <a:t>로더</a:t>
            </a:r>
            <a:endParaRPr lang="ko-KR" alt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7429520" y="928670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JVM</a:t>
            </a:r>
          </a:p>
        </p:txBody>
      </p:sp>
      <p:cxnSp>
        <p:nvCxnSpPr>
          <p:cNvPr id="28" name="직선 화살표 연결선 27"/>
          <p:cNvCxnSpPr/>
          <p:nvPr/>
        </p:nvCxnSpPr>
        <p:spPr>
          <a:xfrm rot="10800000" flipV="1">
            <a:off x="4857752" y="1214422"/>
            <a:ext cx="357190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5643570" y="1214422"/>
            <a:ext cx="285752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0" y="1500174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local</a:t>
            </a:r>
            <a:endParaRPr lang="ko-KR" alt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5857884" y="1500174"/>
            <a:ext cx="8750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Network</a:t>
            </a:r>
            <a:endParaRPr lang="ko-KR" altLang="en-US" sz="1400" dirty="0"/>
          </a:p>
        </p:txBody>
      </p:sp>
      <p:cxnSp>
        <p:nvCxnSpPr>
          <p:cNvPr id="34" name="직선 화살표 연결선 33"/>
          <p:cNvCxnSpPr/>
          <p:nvPr/>
        </p:nvCxnSpPr>
        <p:spPr>
          <a:xfrm rot="5400000">
            <a:off x="6036479" y="1893083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00760" y="2000240"/>
            <a:ext cx="119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JIT Compiler</a:t>
            </a:r>
            <a:endParaRPr lang="ko-KR" altLang="en-US" sz="1400" dirty="0"/>
          </a:p>
        </p:txBody>
      </p:sp>
      <p:cxnSp>
        <p:nvCxnSpPr>
          <p:cNvPr id="37" name="직선 화살표 연결선 36"/>
          <p:cNvCxnSpPr/>
          <p:nvPr/>
        </p:nvCxnSpPr>
        <p:spPr>
          <a:xfrm rot="16200000" flipH="1">
            <a:off x="4714876" y="2000240"/>
            <a:ext cx="714380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rot="10800000" flipV="1">
            <a:off x="5715008" y="2285992"/>
            <a:ext cx="428628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00628" y="2571744"/>
            <a:ext cx="16289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코드 검증 후 실행</a:t>
            </a:r>
          </a:p>
        </p:txBody>
      </p:sp>
      <p:cxnSp>
        <p:nvCxnSpPr>
          <p:cNvPr id="42" name="직선 화살표 연결선 41"/>
          <p:cNvCxnSpPr/>
          <p:nvPr/>
        </p:nvCxnSpPr>
        <p:spPr>
          <a:xfrm rot="10800000" flipV="1">
            <a:off x="6500826" y="2571744"/>
            <a:ext cx="285752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786578" y="2428868"/>
            <a:ext cx="1144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Logic error</a:t>
            </a:r>
          </a:p>
          <a:p>
            <a:r>
              <a:rPr lang="ko-KR" altLang="en-US" sz="1400" dirty="0"/>
              <a:t>흐름이 문제</a:t>
            </a:r>
            <a:endParaRPr lang="en-US" altLang="ko-KR" sz="1400" dirty="0"/>
          </a:p>
        </p:txBody>
      </p:sp>
      <p:sp>
        <p:nvSpPr>
          <p:cNvPr id="45" name="직사각형 44"/>
          <p:cNvSpPr/>
          <p:nvPr/>
        </p:nvSpPr>
        <p:spPr>
          <a:xfrm>
            <a:off x="4429124" y="3000372"/>
            <a:ext cx="3000396" cy="5715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4572000" y="3000372"/>
            <a:ext cx="2930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OS</a:t>
            </a:r>
          </a:p>
          <a:p>
            <a:r>
              <a:rPr lang="en-US" altLang="ko-KR" sz="1400" dirty="0"/>
              <a:t>   Linux, Unix, Windows, Mac OS,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4429124" y="3571876"/>
            <a:ext cx="3000396" cy="5715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4500562" y="3548722"/>
            <a:ext cx="556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H/W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2066" y="3643314"/>
            <a:ext cx="642942" cy="49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0694" y="3786190"/>
            <a:ext cx="142876" cy="97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3438" y="4429132"/>
            <a:ext cx="1500198" cy="11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자유형 50"/>
          <p:cNvSpPr/>
          <p:nvPr/>
        </p:nvSpPr>
        <p:spPr>
          <a:xfrm>
            <a:off x="5629275" y="3609975"/>
            <a:ext cx="952500" cy="1420530"/>
          </a:xfrm>
          <a:custGeom>
            <a:avLst/>
            <a:gdLst>
              <a:gd name="connsiteX0" fmla="*/ 0 w 952500"/>
              <a:gd name="connsiteY0" fmla="*/ 47625 h 1420530"/>
              <a:gd name="connsiteX1" fmla="*/ 14288 w 952500"/>
              <a:gd name="connsiteY1" fmla="*/ 33338 h 1420530"/>
              <a:gd name="connsiteX2" fmla="*/ 42863 w 952500"/>
              <a:gd name="connsiteY2" fmla="*/ 14288 h 1420530"/>
              <a:gd name="connsiteX3" fmla="*/ 100013 w 952500"/>
              <a:gd name="connsiteY3" fmla="*/ 0 h 1420530"/>
              <a:gd name="connsiteX4" fmla="*/ 247650 w 952500"/>
              <a:gd name="connsiteY4" fmla="*/ 4763 h 1420530"/>
              <a:gd name="connsiteX5" fmla="*/ 295275 w 952500"/>
              <a:gd name="connsiteY5" fmla="*/ 19050 h 1420530"/>
              <a:gd name="connsiteX6" fmla="*/ 338138 w 952500"/>
              <a:gd name="connsiteY6" fmla="*/ 28575 h 1420530"/>
              <a:gd name="connsiteX7" fmla="*/ 352425 w 952500"/>
              <a:gd name="connsiteY7" fmla="*/ 33338 h 1420530"/>
              <a:gd name="connsiteX8" fmla="*/ 371475 w 952500"/>
              <a:gd name="connsiteY8" fmla="*/ 38100 h 1420530"/>
              <a:gd name="connsiteX9" fmla="*/ 390525 w 952500"/>
              <a:gd name="connsiteY9" fmla="*/ 52388 h 1420530"/>
              <a:gd name="connsiteX10" fmla="*/ 404813 w 952500"/>
              <a:gd name="connsiteY10" fmla="*/ 57150 h 1420530"/>
              <a:gd name="connsiteX11" fmla="*/ 442913 w 952500"/>
              <a:gd name="connsiteY11" fmla="*/ 76200 h 1420530"/>
              <a:gd name="connsiteX12" fmla="*/ 476250 w 952500"/>
              <a:gd name="connsiteY12" fmla="*/ 100013 h 1420530"/>
              <a:gd name="connsiteX13" fmla="*/ 490538 w 952500"/>
              <a:gd name="connsiteY13" fmla="*/ 104775 h 1420530"/>
              <a:gd name="connsiteX14" fmla="*/ 533400 w 952500"/>
              <a:gd name="connsiteY14" fmla="*/ 138113 h 1420530"/>
              <a:gd name="connsiteX15" fmla="*/ 561975 w 952500"/>
              <a:gd name="connsiteY15" fmla="*/ 157163 h 1420530"/>
              <a:gd name="connsiteX16" fmla="*/ 595313 w 952500"/>
              <a:gd name="connsiteY16" fmla="*/ 185738 h 1420530"/>
              <a:gd name="connsiteX17" fmla="*/ 623888 w 952500"/>
              <a:gd name="connsiteY17" fmla="*/ 204788 h 1420530"/>
              <a:gd name="connsiteX18" fmla="*/ 638175 w 952500"/>
              <a:gd name="connsiteY18" fmla="*/ 219075 h 1420530"/>
              <a:gd name="connsiteX19" fmla="*/ 652463 w 952500"/>
              <a:gd name="connsiteY19" fmla="*/ 228600 h 1420530"/>
              <a:gd name="connsiteX20" fmla="*/ 661988 w 952500"/>
              <a:gd name="connsiteY20" fmla="*/ 242888 h 1420530"/>
              <a:gd name="connsiteX21" fmla="*/ 695325 w 952500"/>
              <a:gd name="connsiteY21" fmla="*/ 276225 h 1420530"/>
              <a:gd name="connsiteX22" fmla="*/ 704850 w 952500"/>
              <a:gd name="connsiteY22" fmla="*/ 290513 h 1420530"/>
              <a:gd name="connsiteX23" fmla="*/ 709613 w 952500"/>
              <a:gd name="connsiteY23" fmla="*/ 304800 h 1420530"/>
              <a:gd name="connsiteX24" fmla="*/ 723900 w 952500"/>
              <a:gd name="connsiteY24" fmla="*/ 314325 h 1420530"/>
              <a:gd name="connsiteX25" fmla="*/ 752475 w 952500"/>
              <a:gd name="connsiteY25" fmla="*/ 361950 h 1420530"/>
              <a:gd name="connsiteX26" fmla="*/ 762000 w 952500"/>
              <a:gd name="connsiteY26" fmla="*/ 376238 h 1420530"/>
              <a:gd name="connsiteX27" fmla="*/ 771525 w 952500"/>
              <a:gd name="connsiteY27" fmla="*/ 390525 h 1420530"/>
              <a:gd name="connsiteX28" fmla="*/ 795338 w 952500"/>
              <a:gd name="connsiteY28" fmla="*/ 428625 h 1420530"/>
              <a:gd name="connsiteX29" fmla="*/ 804863 w 952500"/>
              <a:gd name="connsiteY29" fmla="*/ 457200 h 1420530"/>
              <a:gd name="connsiteX30" fmla="*/ 823913 w 952500"/>
              <a:gd name="connsiteY30" fmla="*/ 490538 h 1420530"/>
              <a:gd name="connsiteX31" fmla="*/ 842963 w 952500"/>
              <a:gd name="connsiteY31" fmla="*/ 519113 h 1420530"/>
              <a:gd name="connsiteX32" fmla="*/ 857250 w 952500"/>
              <a:gd name="connsiteY32" fmla="*/ 561975 h 1420530"/>
              <a:gd name="connsiteX33" fmla="*/ 876300 w 952500"/>
              <a:gd name="connsiteY33" fmla="*/ 600075 h 1420530"/>
              <a:gd name="connsiteX34" fmla="*/ 890588 w 952500"/>
              <a:gd name="connsiteY34" fmla="*/ 638175 h 1420530"/>
              <a:gd name="connsiteX35" fmla="*/ 900113 w 952500"/>
              <a:gd name="connsiteY35" fmla="*/ 676275 h 1420530"/>
              <a:gd name="connsiteX36" fmla="*/ 909638 w 952500"/>
              <a:gd name="connsiteY36" fmla="*/ 690563 h 1420530"/>
              <a:gd name="connsiteX37" fmla="*/ 914400 w 952500"/>
              <a:gd name="connsiteY37" fmla="*/ 714375 h 1420530"/>
              <a:gd name="connsiteX38" fmla="*/ 919163 w 952500"/>
              <a:gd name="connsiteY38" fmla="*/ 742950 h 1420530"/>
              <a:gd name="connsiteX39" fmla="*/ 933450 w 952500"/>
              <a:gd name="connsiteY39" fmla="*/ 790575 h 1420530"/>
              <a:gd name="connsiteX40" fmla="*/ 938213 w 952500"/>
              <a:gd name="connsiteY40" fmla="*/ 809625 h 1420530"/>
              <a:gd name="connsiteX41" fmla="*/ 942975 w 952500"/>
              <a:gd name="connsiteY41" fmla="*/ 852488 h 1420530"/>
              <a:gd name="connsiteX42" fmla="*/ 947738 w 952500"/>
              <a:gd name="connsiteY42" fmla="*/ 890588 h 1420530"/>
              <a:gd name="connsiteX43" fmla="*/ 952500 w 952500"/>
              <a:gd name="connsiteY43" fmla="*/ 952500 h 1420530"/>
              <a:gd name="connsiteX44" fmla="*/ 947738 w 952500"/>
              <a:gd name="connsiteY44" fmla="*/ 1071563 h 1420530"/>
              <a:gd name="connsiteX45" fmla="*/ 942975 w 952500"/>
              <a:gd name="connsiteY45" fmla="*/ 1109663 h 1420530"/>
              <a:gd name="connsiteX46" fmla="*/ 933450 w 952500"/>
              <a:gd name="connsiteY46" fmla="*/ 1123950 h 1420530"/>
              <a:gd name="connsiteX47" fmla="*/ 923925 w 952500"/>
              <a:gd name="connsiteY47" fmla="*/ 1143000 h 1420530"/>
              <a:gd name="connsiteX48" fmla="*/ 914400 w 952500"/>
              <a:gd name="connsiteY48" fmla="*/ 1166813 h 1420530"/>
              <a:gd name="connsiteX49" fmla="*/ 900113 w 952500"/>
              <a:gd name="connsiteY49" fmla="*/ 1200150 h 1420530"/>
              <a:gd name="connsiteX50" fmla="*/ 885825 w 952500"/>
              <a:gd name="connsiteY50" fmla="*/ 1209675 h 1420530"/>
              <a:gd name="connsiteX51" fmla="*/ 852488 w 952500"/>
              <a:gd name="connsiteY51" fmla="*/ 1262063 h 1420530"/>
              <a:gd name="connsiteX52" fmla="*/ 838200 w 952500"/>
              <a:gd name="connsiteY52" fmla="*/ 1276350 h 1420530"/>
              <a:gd name="connsiteX53" fmla="*/ 828675 w 952500"/>
              <a:gd name="connsiteY53" fmla="*/ 1295400 h 1420530"/>
              <a:gd name="connsiteX54" fmla="*/ 814388 w 952500"/>
              <a:gd name="connsiteY54" fmla="*/ 1304925 h 1420530"/>
              <a:gd name="connsiteX55" fmla="*/ 785813 w 952500"/>
              <a:gd name="connsiteY55" fmla="*/ 1328738 h 1420530"/>
              <a:gd name="connsiteX56" fmla="*/ 766763 w 952500"/>
              <a:gd name="connsiteY56" fmla="*/ 1343025 h 1420530"/>
              <a:gd name="connsiteX57" fmla="*/ 747713 w 952500"/>
              <a:gd name="connsiteY57" fmla="*/ 1347788 h 1420530"/>
              <a:gd name="connsiteX58" fmla="*/ 733425 w 952500"/>
              <a:gd name="connsiteY58" fmla="*/ 1357313 h 1420530"/>
              <a:gd name="connsiteX59" fmla="*/ 690563 w 952500"/>
              <a:gd name="connsiteY59" fmla="*/ 1366838 h 1420530"/>
              <a:gd name="connsiteX60" fmla="*/ 661988 w 952500"/>
              <a:gd name="connsiteY60" fmla="*/ 1376363 h 1420530"/>
              <a:gd name="connsiteX61" fmla="*/ 638175 w 952500"/>
              <a:gd name="connsiteY61" fmla="*/ 1381125 h 1420530"/>
              <a:gd name="connsiteX62" fmla="*/ 609600 w 952500"/>
              <a:gd name="connsiteY62" fmla="*/ 1390650 h 1420530"/>
              <a:gd name="connsiteX63" fmla="*/ 595313 w 952500"/>
              <a:gd name="connsiteY63" fmla="*/ 1395413 h 1420530"/>
              <a:gd name="connsiteX64" fmla="*/ 571500 w 952500"/>
              <a:gd name="connsiteY64" fmla="*/ 1400175 h 1420530"/>
              <a:gd name="connsiteX65" fmla="*/ 542925 w 952500"/>
              <a:gd name="connsiteY65" fmla="*/ 1409700 h 1420530"/>
              <a:gd name="connsiteX66" fmla="*/ 523875 w 952500"/>
              <a:gd name="connsiteY66" fmla="*/ 1414463 h 1420530"/>
              <a:gd name="connsiteX67" fmla="*/ 509588 w 952500"/>
              <a:gd name="connsiteY67" fmla="*/ 1419225 h 1420530"/>
              <a:gd name="connsiteX68" fmla="*/ 442913 w 952500"/>
              <a:gd name="connsiteY68" fmla="*/ 1419225 h 142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952500" h="1420530">
                <a:moveTo>
                  <a:pt x="0" y="47625"/>
                </a:moveTo>
                <a:cubicBezTo>
                  <a:pt x="4763" y="42863"/>
                  <a:pt x="8972" y="37473"/>
                  <a:pt x="14288" y="33338"/>
                </a:cubicBezTo>
                <a:cubicBezTo>
                  <a:pt x="23324" y="26310"/>
                  <a:pt x="32003" y="17908"/>
                  <a:pt x="42863" y="14288"/>
                </a:cubicBezTo>
                <a:cubicBezTo>
                  <a:pt x="80599" y="1709"/>
                  <a:pt x="61534" y="6414"/>
                  <a:pt x="100013" y="0"/>
                </a:cubicBezTo>
                <a:cubicBezTo>
                  <a:pt x="149225" y="1588"/>
                  <a:pt x="198492" y="1954"/>
                  <a:pt x="247650" y="4763"/>
                </a:cubicBezTo>
                <a:cubicBezTo>
                  <a:pt x="256339" y="5260"/>
                  <a:pt x="291324" y="17733"/>
                  <a:pt x="295275" y="19050"/>
                </a:cubicBezTo>
                <a:cubicBezTo>
                  <a:pt x="318726" y="26867"/>
                  <a:pt x="304607" y="22987"/>
                  <a:pt x="338138" y="28575"/>
                </a:cubicBezTo>
                <a:cubicBezTo>
                  <a:pt x="342900" y="30163"/>
                  <a:pt x="347598" y="31959"/>
                  <a:pt x="352425" y="33338"/>
                </a:cubicBezTo>
                <a:cubicBezTo>
                  <a:pt x="358719" y="35136"/>
                  <a:pt x="365621" y="35173"/>
                  <a:pt x="371475" y="38100"/>
                </a:cubicBezTo>
                <a:cubicBezTo>
                  <a:pt x="378575" y="41650"/>
                  <a:pt x="383633" y="48450"/>
                  <a:pt x="390525" y="52388"/>
                </a:cubicBezTo>
                <a:cubicBezTo>
                  <a:pt x="394884" y="54879"/>
                  <a:pt x="400243" y="55073"/>
                  <a:pt x="404813" y="57150"/>
                </a:cubicBezTo>
                <a:cubicBezTo>
                  <a:pt x="417739" y="63025"/>
                  <a:pt x="431554" y="67680"/>
                  <a:pt x="442913" y="76200"/>
                </a:cubicBezTo>
                <a:cubicBezTo>
                  <a:pt x="447226" y="79435"/>
                  <a:pt x="469287" y="96532"/>
                  <a:pt x="476250" y="100013"/>
                </a:cubicBezTo>
                <a:cubicBezTo>
                  <a:pt x="480740" y="102258"/>
                  <a:pt x="485775" y="103188"/>
                  <a:pt x="490538" y="104775"/>
                </a:cubicBezTo>
                <a:cubicBezTo>
                  <a:pt x="512919" y="127158"/>
                  <a:pt x="499222" y="115328"/>
                  <a:pt x="533400" y="138113"/>
                </a:cubicBezTo>
                <a:lnTo>
                  <a:pt x="561975" y="157163"/>
                </a:lnTo>
                <a:cubicBezTo>
                  <a:pt x="597435" y="192621"/>
                  <a:pt x="552538" y="149073"/>
                  <a:pt x="595313" y="185738"/>
                </a:cubicBezTo>
                <a:cubicBezTo>
                  <a:pt x="618014" y="205196"/>
                  <a:pt x="599585" y="196686"/>
                  <a:pt x="623888" y="204788"/>
                </a:cubicBezTo>
                <a:cubicBezTo>
                  <a:pt x="628650" y="209550"/>
                  <a:pt x="633001" y="214763"/>
                  <a:pt x="638175" y="219075"/>
                </a:cubicBezTo>
                <a:cubicBezTo>
                  <a:pt x="642572" y="222739"/>
                  <a:pt x="648416" y="224553"/>
                  <a:pt x="652463" y="228600"/>
                </a:cubicBezTo>
                <a:cubicBezTo>
                  <a:pt x="656510" y="232647"/>
                  <a:pt x="658159" y="238633"/>
                  <a:pt x="661988" y="242888"/>
                </a:cubicBezTo>
                <a:cubicBezTo>
                  <a:pt x="672501" y="254569"/>
                  <a:pt x="686608" y="263149"/>
                  <a:pt x="695325" y="276225"/>
                </a:cubicBezTo>
                <a:cubicBezTo>
                  <a:pt x="698500" y="280988"/>
                  <a:pt x="702290" y="285393"/>
                  <a:pt x="704850" y="290513"/>
                </a:cubicBezTo>
                <a:cubicBezTo>
                  <a:pt x="707095" y="295003"/>
                  <a:pt x="706477" y="300880"/>
                  <a:pt x="709613" y="304800"/>
                </a:cubicBezTo>
                <a:cubicBezTo>
                  <a:pt x="713189" y="309269"/>
                  <a:pt x="719138" y="311150"/>
                  <a:pt x="723900" y="314325"/>
                </a:cubicBezTo>
                <a:cubicBezTo>
                  <a:pt x="738545" y="343615"/>
                  <a:pt x="729486" y="327466"/>
                  <a:pt x="752475" y="361950"/>
                </a:cubicBezTo>
                <a:lnTo>
                  <a:pt x="762000" y="376238"/>
                </a:lnTo>
                <a:cubicBezTo>
                  <a:pt x="765175" y="381000"/>
                  <a:pt x="768965" y="385406"/>
                  <a:pt x="771525" y="390525"/>
                </a:cubicBezTo>
                <a:cubicBezTo>
                  <a:pt x="784600" y="416675"/>
                  <a:pt x="776790" y="403895"/>
                  <a:pt x="795338" y="428625"/>
                </a:cubicBezTo>
                <a:cubicBezTo>
                  <a:pt x="798513" y="438150"/>
                  <a:pt x="800373" y="448220"/>
                  <a:pt x="804863" y="457200"/>
                </a:cubicBezTo>
                <a:cubicBezTo>
                  <a:pt x="816948" y="481370"/>
                  <a:pt x="810450" y="470343"/>
                  <a:pt x="823913" y="490538"/>
                </a:cubicBezTo>
                <a:cubicBezTo>
                  <a:pt x="836501" y="528305"/>
                  <a:pt x="817482" y="478345"/>
                  <a:pt x="842963" y="519113"/>
                </a:cubicBezTo>
                <a:cubicBezTo>
                  <a:pt x="851607" y="532943"/>
                  <a:pt x="852951" y="546927"/>
                  <a:pt x="857250" y="561975"/>
                </a:cubicBezTo>
                <a:cubicBezTo>
                  <a:pt x="862842" y="581547"/>
                  <a:pt x="863299" y="578407"/>
                  <a:pt x="876300" y="600075"/>
                </a:cubicBezTo>
                <a:cubicBezTo>
                  <a:pt x="885083" y="635202"/>
                  <a:pt x="875644" y="603303"/>
                  <a:pt x="890588" y="638175"/>
                </a:cubicBezTo>
                <a:cubicBezTo>
                  <a:pt x="908213" y="679303"/>
                  <a:pt x="877751" y="616645"/>
                  <a:pt x="900113" y="676275"/>
                </a:cubicBezTo>
                <a:cubicBezTo>
                  <a:pt x="902123" y="681634"/>
                  <a:pt x="906463" y="685800"/>
                  <a:pt x="909638" y="690563"/>
                </a:cubicBezTo>
                <a:cubicBezTo>
                  <a:pt x="911225" y="698500"/>
                  <a:pt x="912952" y="706411"/>
                  <a:pt x="914400" y="714375"/>
                </a:cubicBezTo>
                <a:cubicBezTo>
                  <a:pt x="916127" y="723876"/>
                  <a:pt x="916992" y="733541"/>
                  <a:pt x="919163" y="742950"/>
                </a:cubicBezTo>
                <a:cubicBezTo>
                  <a:pt x="930786" y="793313"/>
                  <a:pt x="924721" y="760025"/>
                  <a:pt x="933450" y="790575"/>
                </a:cubicBezTo>
                <a:cubicBezTo>
                  <a:pt x="935248" y="796869"/>
                  <a:pt x="936625" y="803275"/>
                  <a:pt x="938213" y="809625"/>
                </a:cubicBezTo>
                <a:cubicBezTo>
                  <a:pt x="939800" y="823913"/>
                  <a:pt x="941295" y="838211"/>
                  <a:pt x="942975" y="852488"/>
                </a:cubicBezTo>
                <a:cubicBezTo>
                  <a:pt x="944470" y="865199"/>
                  <a:pt x="946525" y="877847"/>
                  <a:pt x="947738" y="890588"/>
                </a:cubicBezTo>
                <a:cubicBezTo>
                  <a:pt x="949700" y="911193"/>
                  <a:pt x="950913" y="931863"/>
                  <a:pt x="952500" y="952500"/>
                </a:cubicBezTo>
                <a:cubicBezTo>
                  <a:pt x="950913" y="992188"/>
                  <a:pt x="950141" y="1031916"/>
                  <a:pt x="947738" y="1071563"/>
                </a:cubicBezTo>
                <a:cubicBezTo>
                  <a:pt x="946964" y="1084338"/>
                  <a:pt x="946343" y="1097315"/>
                  <a:pt x="942975" y="1109663"/>
                </a:cubicBezTo>
                <a:cubicBezTo>
                  <a:pt x="941469" y="1115185"/>
                  <a:pt x="936290" y="1118980"/>
                  <a:pt x="933450" y="1123950"/>
                </a:cubicBezTo>
                <a:cubicBezTo>
                  <a:pt x="929928" y="1130114"/>
                  <a:pt x="926808" y="1136512"/>
                  <a:pt x="923925" y="1143000"/>
                </a:cubicBezTo>
                <a:cubicBezTo>
                  <a:pt x="920453" y="1150812"/>
                  <a:pt x="917103" y="1158703"/>
                  <a:pt x="914400" y="1166813"/>
                </a:cubicBezTo>
                <a:cubicBezTo>
                  <a:pt x="908935" y="1183209"/>
                  <a:pt x="912670" y="1187594"/>
                  <a:pt x="900113" y="1200150"/>
                </a:cubicBezTo>
                <a:cubicBezTo>
                  <a:pt x="896065" y="1204197"/>
                  <a:pt x="890588" y="1206500"/>
                  <a:pt x="885825" y="1209675"/>
                </a:cubicBezTo>
                <a:cubicBezTo>
                  <a:pt x="878422" y="1246696"/>
                  <a:pt x="886787" y="1227765"/>
                  <a:pt x="852488" y="1262063"/>
                </a:cubicBezTo>
                <a:lnTo>
                  <a:pt x="838200" y="1276350"/>
                </a:lnTo>
                <a:cubicBezTo>
                  <a:pt x="835025" y="1282700"/>
                  <a:pt x="833220" y="1289946"/>
                  <a:pt x="828675" y="1295400"/>
                </a:cubicBezTo>
                <a:cubicBezTo>
                  <a:pt x="825011" y="1299797"/>
                  <a:pt x="818785" y="1301261"/>
                  <a:pt x="814388" y="1304925"/>
                </a:cubicBezTo>
                <a:cubicBezTo>
                  <a:pt x="761035" y="1349387"/>
                  <a:pt x="835462" y="1293275"/>
                  <a:pt x="785813" y="1328738"/>
                </a:cubicBezTo>
                <a:cubicBezTo>
                  <a:pt x="779354" y="1333352"/>
                  <a:pt x="773862" y="1339475"/>
                  <a:pt x="766763" y="1343025"/>
                </a:cubicBezTo>
                <a:cubicBezTo>
                  <a:pt x="760909" y="1345952"/>
                  <a:pt x="754063" y="1346200"/>
                  <a:pt x="747713" y="1347788"/>
                </a:cubicBezTo>
                <a:cubicBezTo>
                  <a:pt x="742950" y="1350963"/>
                  <a:pt x="738545" y="1354753"/>
                  <a:pt x="733425" y="1357313"/>
                </a:cubicBezTo>
                <a:cubicBezTo>
                  <a:pt x="719802" y="1364124"/>
                  <a:pt x="705191" y="1363181"/>
                  <a:pt x="690563" y="1366838"/>
                </a:cubicBezTo>
                <a:cubicBezTo>
                  <a:pt x="680823" y="1369273"/>
                  <a:pt x="671833" y="1374394"/>
                  <a:pt x="661988" y="1376363"/>
                </a:cubicBezTo>
                <a:cubicBezTo>
                  <a:pt x="654050" y="1377950"/>
                  <a:pt x="645985" y="1378995"/>
                  <a:pt x="638175" y="1381125"/>
                </a:cubicBezTo>
                <a:cubicBezTo>
                  <a:pt x="628489" y="1383767"/>
                  <a:pt x="619125" y="1387475"/>
                  <a:pt x="609600" y="1390650"/>
                </a:cubicBezTo>
                <a:cubicBezTo>
                  <a:pt x="604838" y="1392238"/>
                  <a:pt x="600236" y="1394429"/>
                  <a:pt x="595313" y="1395413"/>
                </a:cubicBezTo>
                <a:cubicBezTo>
                  <a:pt x="587375" y="1397000"/>
                  <a:pt x="579310" y="1398045"/>
                  <a:pt x="571500" y="1400175"/>
                </a:cubicBezTo>
                <a:cubicBezTo>
                  <a:pt x="561814" y="1402817"/>
                  <a:pt x="552665" y="1407265"/>
                  <a:pt x="542925" y="1409700"/>
                </a:cubicBezTo>
                <a:cubicBezTo>
                  <a:pt x="536575" y="1411288"/>
                  <a:pt x="530169" y="1412665"/>
                  <a:pt x="523875" y="1414463"/>
                </a:cubicBezTo>
                <a:cubicBezTo>
                  <a:pt x="519048" y="1415842"/>
                  <a:pt x="514599" y="1418930"/>
                  <a:pt x="509588" y="1419225"/>
                </a:cubicBezTo>
                <a:cubicBezTo>
                  <a:pt x="487401" y="1420530"/>
                  <a:pt x="465138" y="1419225"/>
                  <a:pt x="442913" y="1419225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14876" y="4500570"/>
            <a:ext cx="1214446" cy="376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" name="자유형 52"/>
          <p:cNvSpPr/>
          <p:nvPr/>
        </p:nvSpPr>
        <p:spPr>
          <a:xfrm>
            <a:off x="4876923" y="1181100"/>
            <a:ext cx="1572432" cy="3815569"/>
          </a:xfrm>
          <a:custGeom>
            <a:avLst/>
            <a:gdLst>
              <a:gd name="connsiteX0" fmla="*/ 412627 w 1572432"/>
              <a:gd name="connsiteY0" fmla="*/ 0 h 3815569"/>
              <a:gd name="connsiteX1" fmla="*/ 438027 w 1572432"/>
              <a:gd name="connsiteY1" fmla="*/ 38100 h 3815569"/>
              <a:gd name="connsiteX2" fmla="*/ 457077 w 1572432"/>
              <a:gd name="connsiteY2" fmla="*/ 88900 h 3815569"/>
              <a:gd name="connsiteX3" fmla="*/ 450727 w 1572432"/>
              <a:gd name="connsiteY3" fmla="*/ 209550 h 3815569"/>
              <a:gd name="connsiteX4" fmla="*/ 438027 w 1572432"/>
              <a:gd name="connsiteY4" fmla="*/ 234950 h 3815569"/>
              <a:gd name="connsiteX5" fmla="*/ 406277 w 1572432"/>
              <a:gd name="connsiteY5" fmla="*/ 273050 h 3815569"/>
              <a:gd name="connsiteX6" fmla="*/ 330077 w 1572432"/>
              <a:gd name="connsiteY6" fmla="*/ 323850 h 3815569"/>
              <a:gd name="connsiteX7" fmla="*/ 311027 w 1572432"/>
              <a:gd name="connsiteY7" fmla="*/ 336550 h 3815569"/>
              <a:gd name="connsiteX8" fmla="*/ 285627 w 1572432"/>
              <a:gd name="connsiteY8" fmla="*/ 342900 h 3815569"/>
              <a:gd name="connsiteX9" fmla="*/ 247527 w 1572432"/>
              <a:gd name="connsiteY9" fmla="*/ 361950 h 3815569"/>
              <a:gd name="connsiteX10" fmla="*/ 203077 w 1572432"/>
              <a:gd name="connsiteY10" fmla="*/ 387350 h 3815569"/>
              <a:gd name="connsiteX11" fmla="*/ 184027 w 1572432"/>
              <a:gd name="connsiteY11" fmla="*/ 393700 h 3815569"/>
              <a:gd name="connsiteX12" fmla="*/ 139577 w 1572432"/>
              <a:gd name="connsiteY12" fmla="*/ 419100 h 3815569"/>
              <a:gd name="connsiteX13" fmla="*/ 95127 w 1572432"/>
              <a:gd name="connsiteY13" fmla="*/ 438150 h 3815569"/>
              <a:gd name="connsiteX14" fmla="*/ 76077 w 1572432"/>
              <a:gd name="connsiteY14" fmla="*/ 457200 h 3815569"/>
              <a:gd name="connsiteX15" fmla="*/ 57027 w 1572432"/>
              <a:gd name="connsiteY15" fmla="*/ 469900 h 3815569"/>
              <a:gd name="connsiteX16" fmla="*/ 37977 w 1572432"/>
              <a:gd name="connsiteY16" fmla="*/ 508000 h 3815569"/>
              <a:gd name="connsiteX17" fmla="*/ 12577 w 1572432"/>
              <a:gd name="connsiteY17" fmla="*/ 552450 h 3815569"/>
              <a:gd name="connsiteX18" fmla="*/ 12577 w 1572432"/>
              <a:gd name="connsiteY18" fmla="*/ 654050 h 3815569"/>
              <a:gd name="connsiteX19" fmla="*/ 44327 w 1572432"/>
              <a:gd name="connsiteY19" fmla="*/ 692150 h 3815569"/>
              <a:gd name="connsiteX20" fmla="*/ 69727 w 1572432"/>
              <a:gd name="connsiteY20" fmla="*/ 730250 h 3815569"/>
              <a:gd name="connsiteX21" fmla="*/ 107827 w 1572432"/>
              <a:gd name="connsiteY21" fmla="*/ 768350 h 3815569"/>
              <a:gd name="connsiteX22" fmla="*/ 120527 w 1572432"/>
              <a:gd name="connsiteY22" fmla="*/ 787400 h 3815569"/>
              <a:gd name="connsiteX23" fmla="*/ 126877 w 1572432"/>
              <a:gd name="connsiteY23" fmla="*/ 806450 h 3815569"/>
              <a:gd name="connsiteX24" fmla="*/ 164977 w 1572432"/>
              <a:gd name="connsiteY24" fmla="*/ 844550 h 3815569"/>
              <a:gd name="connsiteX25" fmla="*/ 184027 w 1572432"/>
              <a:gd name="connsiteY25" fmla="*/ 882650 h 3815569"/>
              <a:gd name="connsiteX26" fmla="*/ 203077 w 1572432"/>
              <a:gd name="connsiteY26" fmla="*/ 895350 h 3815569"/>
              <a:gd name="connsiteX27" fmla="*/ 228477 w 1572432"/>
              <a:gd name="connsiteY27" fmla="*/ 927100 h 3815569"/>
              <a:gd name="connsiteX28" fmla="*/ 253877 w 1572432"/>
              <a:gd name="connsiteY28" fmla="*/ 965200 h 3815569"/>
              <a:gd name="connsiteX29" fmla="*/ 272927 w 1572432"/>
              <a:gd name="connsiteY29" fmla="*/ 984250 h 3815569"/>
              <a:gd name="connsiteX30" fmla="*/ 317377 w 1572432"/>
              <a:gd name="connsiteY30" fmla="*/ 1035050 h 3815569"/>
              <a:gd name="connsiteX31" fmla="*/ 349127 w 1572432"/>
              <a:gd name="connsiteY31" fmla="*/ 1092200 h 3815569"/>
              <a:gd name="connsiteX32" fmla="*/ 361827 w 1572432"/>
              <a:gd name="connsiteY32" fmla="*/ 1111250 h 3815569"/>
              <a:gd name="connsiteX33" fmla="*/ 380877 w 1572432"/>
              <a:gd name="connsiteY33" fmla="*/ 1130300 h 3815569"/>
              <a:gd name="connsiteX34" fmla="*/ 393577 w 1572432"/>
              <a:gd name="connsiteY34" fmla="*/ 1149350 h 3815569"/>
              <a:gd name="connsiteX35" fmla="*/ 431677 w 1572432"/>
              <a:gd name="connsiteY35" fmla="*/ 1187450 h 3815569"/>
              <a:gd name="connsiteX36" fmla="*/ 438027 w 1572432"/>
              <a:gd name="connsiteY36" fmla="*/ 1206500 h 3815569"/>
              <a:gd name="connsiteX37" fmla="*/ 469777 w 1572432"/>
              <a:gd name="connsiteY37" fmla="*/ 1244600 h 3815569"/>
              <a:gd name="connsiteX38" fmla="*/ 488827 w 1572432"/>
              <a:gd name="connsiteY38" fmla="*/ 1289050 h 3815569"/>
              <a:gd name="connsiteX39" fmla="*/ 507877 w 1572432"/>
              <a:gd name="connsiteY39" fmla="*/ 1346200 h 3815569"/>
              <a:gd name="connsiteX40" fmla="*/ 514227 w 1572432"/>
              <a:gd name="connsiteY40" fmla="*/ 1365250 h 3815569"/>
              <a:gd name="connsiteX41" fmla="*/ 526927 w 1572432"/>
              <a:gd name="connsiteY41" fmla="*/ 1390650 h 3815569"/>
              <a:gd name="connsiteX42" fmla="*/ 539627 w 1572432"/>
              <a:gd name="connsiteY42" fmla="*/ 1409700 h 3815569"/>
              <a:gd name="connsiteX43" fmla="*/ 552327 w 1572432"/>
              <a:gd name="connsiteY43" fmla="*/ 1447800 h 3815569"/>
              <a:gd name="connsiteX44" fmla="*/ 584077 w 1572432"/>
              <a:gd name="connsiteY44" fmla="*/ 1485900 h 3815569"/>
              <a:gd name="connsiteX45" fmla="*/ 596777 w 1572432"/>
              <a:gd name="connsiteY45" fmla="*/ 1504950 h 3815569"/>
              <a:gd name="connsiteX46" fmla="*/ 660277 w 1572432"/>
              <a:gd name="connsiteY46" fmla="*/ 1562100 h 3815569"/>
              <a:gd name="connsiteX47" fmla="*/ 717427 w 1572432"/>
              <a:gd name="connsiteY47" fmla="*/ 1600200 h 3815569"/>
              <a:gd name="connsiteX48" fmla="*/ 736477 w 1572432"/>
              <a:gd name="connsiteY48" fmla="*/ 1619250 h 3815569"/>
              <a:gd name="connsiteX49" fmla="*/ 749177 w 1572432"/>
              <a:gd name="connsiteY49" fmla="*/ 1638300 h 3815569"/>
              <a:gd name="connsiteX50" fmla="*/ 774577 w 1572432"/>
              <a:gd name="connsiteY50" fmla="*/ 1651000 h 3815569"/>
              <a:gd name="connsiteX51" fmla="*/ 806327 w 1572432"/>
              <a:gd name="connsiteY51" fmla="*/ 1670050 h 3815569"/>
              <a:gd name="connsiteX52" fmla="*/ 857127 w 1572432"/>
              <a:gd name="connsiteY52" fmla="*/ 1714500 h 3815569"/>
              <a:gd name="connsiteX53" fmla="*/ 882527 w 1572432"/>
              <a:gd name="connsiteY53" fmla="*/ 1733550 h 3815569"/>
              <a:gd name="connsiteX54" fmla="*/ 920627 w 1572432"/>
              <a:gd name="connsiteY54" fmla="*/ 1758950 h 3815569"/>
              <a:gd name="connsiteX55" fmla="*/ 977777 w 1572432"/>
              <a:gd name="connsiteY55" fmla="*/ 1816100 h 3815569"/>
              <a:gd name="connsiteX56" fmla="*/ 996827 w 1572432"/>
              <a:gd name="connsiteY56" fmla="*/ 1835150 h 3815569"/>
              <a:gd name="connsiteX57" fmla="*/ 1015877 w 1572432"/>
              <a:gd name="connsiteY57" fmla="*/ 1847850 h 3815569"/>
              <a:gd name="connsiteX58" fmla="*/ 1053977 w 1572432"/>
              <a:gd name="connsiteY58" fmla="*/ 1879600 h 3815569"/>
              <a:gd name="connsiteX59" fmla="*/ 1066677 w 1572432"/>
              <a:gd name="connsiteY59" fmla="*/ 1905000 h 3815569"/>
              <a:gd name="connsiteX60" fmla="*/ 1085727 w 1572432"/>
              <a:gd name="connsiteY60" fmla="*/ 1924050 h 3815569"/>
              <a:gd name="connsiteX61" fmla="*/ 1117477 w 1572432"/>
              <a:gd name="connsiteY61" fmla="*/ 1962150 h 3815569"/>
              <a:gd name="connsiteX62" fmla="*/ 1136527 w 1572432"/>
              <a:gd name="connsiteY62" fmla="*/ 2000250 h 3815569"/>
              <a:gd name="connsiteX63" fmla="*/ 1149227 w 1572432"/>
              <a:gd name="connsiteY63" fmla="*/ 2038350 h 3815569"/>
              <a:gd name="connsiteX64" fmla="*/ 1161927 w 1572432"/>
              <a:gd name="connsiteY64" fmla="*/ 2063750 h 3815569"/>
              <a:gd name="connsiteX65" fmla="*/ 1155577 w 1572432"/>
              <a:gd name="connsiteY65" fmla="*/ 2152650 h 3815569"/>
              <a:gd name="connsiteX66" fmla="*/ 1149227 w 1572432"/>
              <a:gd name="connsiteY66" fmla="*/ 2171700 h 3815569"/>
              <a:gd name="connsiteX67" fmla="*/ 1111127 w 1572432"/>
              <a:gd name="connsiteY67" fmla="*/ 2203450 h 3815569"/>
              <a:gd name="connsiteX68" fmla="*/ 1092077 w 1572432"/>
              <a:gd name="connsiteY68" fmla="*/ 2209800 h 3815569"/>
              <a:gd name="connsiteX69" fmla="*/ 1073027 w 1572432"/>
              <a:gd name="connsiteY69" fmla="*/ 2222500 h 3815569"/>
              <a:gd name="connsiteX70" fmla="*/ 1028577 w 1572432"/>
              <a:gd name="connsiteY70" fmla="*/ 2235200 h 3815569"/>
              <a:gd name="connsiteX71" fmla="*/ 1009527 w 1572432"/>
              <a:gd name="connsiteY71" fmla="*/ 2241550 h 3815569"/>
              <a:gd name="connsiteX72" fmla="*/ 933327 w 1572432"/>
              <a:gd name="connsiteY72" fmla="*/ 2254250 h 3815569"/>
              <a:gd name="connsiteX73" fmla="*/ 895227 w 1572432"/>
              <a:gd name="connsiteY73" fmla="*/ 2266950 h 3815569"/>
              <a:gd name="connsiteX74" fmla="*/ 857127 w 1572432"/>
              <a:gd name="connsiteY74" fmla="*/ 2279650 h 3815569"/>
              <a:gd name="connsiteX75" fmla="*/ 838077 w 1572432"/>
              <a:gd name="connsiteY75" fmla="*/ 2286000 h 3815569"/>
              <a:gd name="connsiteX76" fmla="*/ 819027 w 1572432"/>
              <a:gd name="connsiteY76" fmla="*/ 2292350 h 3815569"/>
              <a:gd name="connsiteX77" fmla="*/ 761877 w 1572432"/>
              <a:gd name="connsiteY77" fmla="*/ 2324100 h 3815569"/>
              <a:gd name="connsiteX78" fmla="*/ 704727 w 1572432"/>
              <a:gd name="connsiteY78" fmla="*/ 2355850 h 3815569"/>
              <a:gd name="connsiteX79" fmla="*/ 685677 w 1572432"/>
              <a:gd name="connsiteY79" fmla="*/ 2362200 h 3815569"/>
              <a:gd name="connsiteX80" fmla="*/ 666627 w 1572432"/>
              <a:gd name="connsiteY80" fmla="*/ 2368550 h 3815569"/>
              <a:gd name="connsiteX81" fmla="*/ 647577 w 1572432"/>
              <a:gd name="connsiteY81" fmla="*/ 2387600 h 3815569"/>
              <a:gd name="connsiteX82" fmla="*/ 609477 w 1572432"/>
              <a:gd name="connsiteY82" fmla="*/ 2400300 h 3815569"/>
              <a:gd name="connsiteX83" fmla="*/ 565027 w 1572432"/>
              <a:gd name="connsiteY83" fmla="*/ 2413000 h 3815569"/>
              <a:gd name="connsiteX84" fmla="*/ 545977 w 1572432"/>
              <a:gd name="connsiteY84" fmla="*/ 2425700 h 3815569"/>
              <a:gd name="connsiteX85" fmla="*/ 526927 w 1572432"/>
              <a:gd name="connsiteY85" fmla="*/ 2432050 h 3815569"/>
              <a:gd name="connsiteX86" fmla="*/ 514227 w 1572432"/>
              <a:gd name="connsiteY86" fmla="*/ 2451100 h 3815569"/>
              <a:gd name="connsiteX87" fmla="*/ 495177 w 1572432"/>
              <a:gd name="connsiteY87" fmla="*/ 2463800 h 3815569"/>
              <a:gd name="connsiteX88" fmla="*/ 488827 w 1572432"/>
              <a:gd name="connsiteY88" fmla="*/ 2489200 h 3815569"/>
              <a:gd name="connsiteX89" fmla="*/ 482477 w 1572432"/>
              <a:gd name="connsiteY89" fmla="*/ 2527300 h 3815569"/>
              <a:gd name="connsiteX90" fmla="*/ 469777 w 1572432"/>
              <a:gd name="connsiteY90" fmla="*/ 2565400 h 3815569"/>
              <a:gd name="connsiteX91" fmla="*/ 476127 w 1572432"/>
              <a:gd name="connsiteY91" fmla="*/ 2609850 h 3815569"/>
              <a:gd name="connsiteX92" fmla="*/ 514227 w 1572432"/>
              <a:gd name="connsiteY92" fmla="*/ 2641600 h 3815569"/>
              <a:gd name="connsiteX93" fmla="*/ 552327 w 1572432"/>
              <a:gd name="connsiteY93" fmla="*/ 2660650 h 3815569"/>
              <a:gd name="connsiteX94" fmla="*/ 653927 w 1572432"/>
              <a:gd name="connsiteY94" fmla="*/ 2654300 h 3815569"/>
              <a:gd name="connsiteX95" fmla="*/ 679327 w 1572432"/>
              <a:gd name="connsiteY95" fmla="*/ 2622550 h 3815569"/>
              <a:gd name="connsiteX96" fmla="*/ 698377 w 1572432"/>
              <a:gd name="connsiteY96" fmla="*/ 2609850 h 3815569"/>
              <a:gd name="connsiteX97" fmla="*/ 730127 w 1572432"/>
              <a:gd name="connsiteY97" fmla="*/ 2571750 h 3815569"/>
              <a:gd name="connsiteX98" fmla="*/ 755527 w 1572432"/>
              <a:gd name="connsiteY98" fmla="*/ 2552700 h 3815569"/>
              <a:gd name="connsiteX99" fmla="*/ 799977 w 1572432"/>
              <a:gd name="connsiteY99" fmla="*/ 2533650 h 3815569"/>
              <a:gd name="connsiteX100" fmla="*/ 819027 w 1572432"/>
              <a:gd name="connsiteY100" fmla="*/ 2514600 h 3815569"/>
              <a:gd name="connsiteX101" fmla="*/ 857127 w 1572432"/>
              <a:gd name="connsiteY101" fmla="*/ 2501900 h 3815569"/>
              <a:gd name="connsiteX102" fmla="*/ 914277 w 1572432"/>
              <a:gd name="connsiteY102" fmla="*/ 2489200 h 3815569"/>
              <a:gd name="connsiteX103" fmla="*/ 1022227 w 1572432"/>
              <a:gd name="connsiteY103" fmla="*/ 2495550 h 3815569"/>
              <a:gd name="connsiteX104" fmla="*/ 1060327 w 1572432"/>
              <a:gd name="connsiteY104" fmla="*/ 2514600 h 3815569"/>
              <a:gd name="connsiteX105" fmla="*/ 1079377 w 1572432"/>
              <a:gd name="connsiteY105" fmla="*/ 2520950 h 3815569"/>
              <a:gd name="connsiteX106" fmla="*/ 1117477 w 1572432"/>
              <a:gd name="connsiteY106" fmla="*/ 2546350 h 3815569"/>
              <a:gd name="connsiteX107" fmla="*/ 1155577 w 1572432"/>
              <a:gd name="connsiteY107" fmla="*/ 2571750 h 3815569"/>
              <a:gd name="connsiteX108" fmla="*/ 1174627 w 1572432"/>
              <a:gd name="connsiteY108" fmla="*/ 2584450 h 3815569"/>
              <a:gd name="connsiteX109" fmla="*/ 1193677 w 1572432"/>
              <a:gd name="connsiteY109" fmla="*/ 2603500 h 3815569"/>
              <a:gd name="connsiteX110" fmla="*/ 1212727 w 1572432"/>
              <a:gd name="connsiteY110" fmla="*/ 2616200 h 3815569"/>
              <a:gd name="connsiteX111" fmla="*/ 1250827 w 1572432"/>
              <a:gd name="connsiteY111" fmla="*/ 2654300 h 3815569"/>
              <a:gd name="connsiteX112" fmla="*/ 1269877 w 1572432"/>
              <a:gd name="connsiteY112" fmla="*/ 2673350 h 3815569"/>
              <a:gd name="connsiteX113" fmla="*/ 1301627 w 1572432"/>
              <a:gd name="connsiteY113" fmla="*/ 2705100 h 3815569"/>
              <a:gd name="connsiteX114" fmla="*/ 1333377 w 1572432"/>
              <a:gd name="connsiteY114" fmla="*/ 2736850 h 3815569"/>
              <a:gd name="connsiteX115" fmla="*/ 1346077 w 1572432"/>
              <a:gd name="connsiteY115" fmla="*/ 2755900 h 3815569"/>
              <a:gd name="connsiteX116" fmla="*/ 1365127 w 1572432"/>
              <a:gd name="connsiteY116" fmla="*/ 2768600 h 3815569"/>
              <a:gd name="connsiteX117" fmla="*/ 1403227 w 1572432"/>
              <a:gd name="connsiteY117" fmla="*/ 2813050 h 3815569"/>
              <a:gd name="connsiteX118" fmla="*/ 1454027 w 1572432"/>
              <a:gd name="connsiteY118" fmla="*/ 2870200 h 3815569"/>
              <a:gd name="connsiteX119" fmla="*/ 1460377 w 1572432"/>
              <a:gd name="connsiteY119" fmla="*/ 2895600 h 3815569"/>
              <a:gd name="connsiteX120" fmla="*/ 1473077 w 1572432"/>
              <a:gd name="connsiteY120" fmla="*/ 2914650 h 3815569"/>
              <a:gd name="connsiteX121" fmla="*/ 1485777 w 1572432"/>
              <a:gd name="connsiteY121" fmla="*/ 2940050 h 3815569"/>
              <a:gd name="connsiteX122" fmla="*/ 1498477 w 1572432"/>
              <a:gd name="connsiteY122" fmla="*/ 2959100 h 3815569"/>
              <a:gd name="connsiteX123" fmla="*/ 1511177 w 1572432"/>
              <a:gd name="connsiteY123" fmla="*/ 2997200 h 3815569"/>
              <a:gd name="connsiteX124" fmla="*/ 1517527 w 1572432"/>
              <a:gd name="connsiteY124" fmla="*/ 3016250 h 3815569"/>
              <a:gd name="connsiteX125" fmla="*/ 1530227 w 1572432"/>
              <a:gd name="connsiteY125" fmla="*/ 3035300 h 3815569"/>
              <a:gd name="connsiteX126" fmla="*/ 1555627 w 1572432"/>
              <a:gd name="connsiteY126" fmla="*/ 3092450 h 3815569"/>
              <a:gd name="connsiteX127" fmla="*/ 1561977 w 1572432"/>
              <a:gd name="connsiteY127" fmla="*/ 3130550 h 3815569"/>
              <a:gd name="connsiteX128" fmla="*/ 1561977 w 1572432"/>
              <a:gd name="connsiteY128" fmla="*/ 3327400 h 3815569"/>
              <a:gd name="connsiteX129" fmla="*/ 1542927 w 1572432"/>
              <a:gd name="connsiteY129" fmla="*/ 3365500 h 3815569"/>
              <a:gd name="connsiteX130" fmla="*/ 1536577 w 1572432"/>
              <a:gd name="connsiteY130" fmla="*/ 3384550 h 3815569"/>
              <a:gd name="connsiteX131" fmla="*/ 1523877 w 1572432"/>
              <a:gd name="connsiteY131" fmla="*/ 3403600 h 3815569"/>
              <a:gd name="connsiteX132" fmla="*/ 1511177 w 1572432"/>
              <a:gd name="connsiteY132" fmla="*/ 3460750 h 3815569"/>
              <a:gd name="connsiteX133" fmla="*/ 1498477 w 1572432"/>
              <a:gd name="connsiteY133" fmla="*/ 3479800 h 3815569"/>
              <a:gd name="connsiteX134" fmla="*/ 1485777 w 1572432"/>
              <a:gd name="connsiteY134" fmla="*/ 3517900 h 3815569"/>
              <a:gd name="connsiteX135" fmla="*/ 1479427 w 1572432"/>
              <a:gd name="connsiteY135" fmla="*/ 3536950 h 3815569"/>
              <a:gd name="connsiteX136" fmla="*/ 1454027 w 1572432"/>
              <a:gd name="connsiteY136" fmla="*/ 3575050 h 3815569"/>
              <a:gd name="connsiteX137" fmla="*/ 1441327 w 1572432"/>
              <a:gd name="connsiteY137" fmla="*/ 3613150 h 3815569"/>
              <a:gd name="connsiteX138" fmla="*/ 1434977 w 1572432"/>
              <a:gd name="connsiteY138" fmla="*/ 3632200 h 3815569"/>
              <a:gd name="connsiteX139" fmla="*/ 1422277 w 1572432"/>
              <a:gd name="connsiteY139" fmla="*/ 3651250 h 3815569"/>
              <a:gd name="connsiteX140" fmla="*/ 1384177 w 1572432"/>
              <a:gd name="connsiteY140" fmla="*/ 3727450 h 3815569"/>
              <a:gd name="connsiteX141" fmla="*/ 1346077 w 1572432"/>
              <a:gd name="connsiteY141" fmla="*/ 3752850 h 3815569"/>
              <a:gd name="connsiteX142" fmla="*/ 1327027 w 1572432"/>
              <a:gd name="connsiteY142" fmla="*/ 3765550 h 3815569"/>
              <a:gd name="connsiteX143" fmla="*/ 1301627 w 1572432"/>
              <a:gd name="connsiteY143" fmla="*/ 3778250 h 3815569"/>
              <a:gd name="connsiteX144" fmla="*/ 1269877 w 1572432"/>
              <a:gd name="connsiteY144" fmla="*/ 3790950 h 3815569"/>
              <a:gd name="connsiteX145" fmla="*/ 1231777 w 1572432"/>
              <a:gd name="connsiteY145" fmla="*/ 3810000 h 3815569"/>
              <a:gd name="connsiteX146" fmla="*/ 1092077 w 1572432"/>
              <a:gd name="connsiteY146" fmla="*/ 3803650 h 3815569"/>
              <a:gd name="connsiteX147" fmla="*/ 1073027 w 1572432"/>
              <a:gd name="connsiteY147" fmla="*/ 3797300 h 3815569"/>
              <a:gd name="connsiteX148" fmla="*/ 1028577 w 1572432"/>
              <a:gd name="connsiteY148" fmla="*/ 3790950 h 3815569"/>
              <a:gd name="connsiteX149" fmla="*/ 971427 w 1572432"/>
              <a:gd name="connsiteY149" fmla="*/ 3771900 h 3815569"/>
              <a:gd name="connsiteX150" fmla="*/ 907927 w 1572432"/>
              <a:gd name="connsiteY150" fmla="*/ 3752850 h 3815569"/>
              <a:gd name="connsiteX151" fmla="*/ 857127 w 1572432"/>
              <a:gd name="connsiteY151" fmla="*/ 3740150 h 3815569"/>
              <a:gd name="connsiteX152" fmla="*/ 819027 w 1572432"/>
              <a:gd name="connsiteY152" fmla="*/ 3721100 h 3815569"/>
              <a:gd name="connsiteX153" fmla="*/ 799977 w 1572432"/>
              <a:gd name="connsiteY153" fmla="*/ 3708400 h 3815569"/>
              <a:gd name="connsiteX154" fmla="*/ 761877 w 1572432"/>
              <a:gd name="connsiteY154" fmla="*/ 3702050 h 3815569"/>
              <a:gd name="connsiteX155" fmla="*/ 723777 w 1572432"/>
              <a:gd name="connsiteY155" fmla="*/ 3689350 h 3815569"/>
              <a:gd name="connsiteX156" fmla="*/ 704727 w 1572432"/>
              <a:gd name="connsiteY156" fmla="*/ 3683000 h 3815569"/>
              <a:gd name="connsiteX157" fmla="*/ 679327 w 1572432"/>
              <a:gd name="connsiteY157" fmla="*/ 3663950 h 3815569"/>
              <a:gd name="connsiteX158" fmla="*/ 634877 w 1572432"/>
              <a:gd name="connsiteY158" fmla="*/ 3651250 h 3815569"/>
              <a:gd name="connsiteX159" fmla="*/ 615827 w 1572432"/>
              <a:gd name="connsiteY159" fmla="*/ 3644900 h 3815569"/>
              <a:gd name="connsiteX160" fmla="*/ 577727 w 1572432"/>
              <a:gd name="connsiteY160" fmla="*/ 3638550 h 3815569"/>
              <a:gd name="connsiteX161" fmla="*/ 539627 w 1572432"/>
              <a:gd name="connsiteY161" fmla="*/ 3625850 h 3815569"/>
              <a:gd name="connsiteX162" fmla="*/ 495177 w 1572432"/>
              <a:gd name="connsiteY162" fmla="*/ 3613150 h 3815569"/>
              <a:gd name="connsiteX163" fmla="*/ 476127 w 1572432"/>
              <a:gd name="connsiteY163" fmla="*/ 3600450 h 3815569"/>
              <a:gd name="connsiteX164" fmla="*/ 444377 w 1572432"/>
              <a:gd name="connsiteY164" fmla="*/ 3587750 h 3815569"/>
              <a:gd name="connsiteX165" fmla="*/ 431677 w 1572432"/>
              <a:gd name="connsiteY165" fmla="*/ 3581400 h 3815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</a:cxnLst>
            <a:rect l="l" t="t" r="r" b="b"/>
            <a:pathLst>
              <a:path w="1572432" h="3815569">
                <a:moveTo>
                  <a:pt x="412627" y="0"/>
                </a:moveTo>
                <a:cubicBezTo>
                  <a:pt x="421094" y="12700"/>
                  <a:pt x="432358" y="23928"/>
                  <a:pt x="438027" y="38100"/>
                </a:cubicBezTo>
                <a:cubicBezTo>
                  <a:pt x="453213" y="76065"/>
                  <a:pt x="447122" y="59036"/>
                  <a:pt x="457077" y="88900"/>
                </a:cubicBezTo>
                <a:cubicBezTo>
                  <a:pt x="454960" y="129117"/>
                  <a:pt x="455936" y="169616"/>
                  <a:pt x="450727" y="209550"/>
                </a:cubicBezTo>
                <a:cubicBezTo>
                  <a:pt x="449503" y="218937"/>
                  <a:pt x="442723" y="226731"/>
                  <a:pt x="438027" y="234950"/>
                </a:cubicBezTo>
                <a:cubicBezTo>
                  <a:pt x="429143" y="250497"/>
                  <a:pt x="420371" y="261518"/>
                  <a:pt x="406277" y="273050"/>
                </a:cubicBezTo>
                <a:cubicBezTo>
                  <a:pt x="335338" y="331091"/>
                  <a:pt x="380029" y="295306"/>
                  <a:pt x="330077" y="323850"/>
                </a:cubicBezTo>
                <a:cubicBezTo>
                  <a:pt x="323451" y="327636"/>
                  <a:pt x="318042" y="333544"/>
                  <a:pt x="311027" y="336550"/>
                </a:cubicBezTo>
                <a:cubicBezTo>
                  <a:pt x="303005" y="339988"/>
                  <a:pt x="294094" y="340783"/>
                  <a:pt x="285627" y="342900"/>
                </a:cubicBezTo>
                <a:cubicBezTo>
                  <a:pt x="231032" y="379296"/>
                  <a:pt x="300107" y="335660"/>
                  <a:pt x="247527" y="361950"/>
                </a:cubicBezTo>
                <a:cubicBezTo>
                  <a:pt x="183754" y="393836"/>
                  <a:pt x="281005" y="353952"/>
                  <a:pt x="203077" y="387350"/>
                </a:cubicBezTo>
                <a:cubicBezTo>
                  <a:pt x="196925" y="389987"/>
                  <a:pt x="190014" y="390707"/>
                  <a:pt x="184027" y="393700"/>
                </a:cubicBezTo>
                <a:cubicBezTo>
                  <a:pt x="120254" y="425586"/>
                  <a:pt x="217505" y="385702"/>
                  <a:pt x="139577" y="419100"/>
                </a:cubicBezTo>
                <a:cubicBezTo>
                  <a:pt x="118849" y="427984"/>
                  <a:pt x="116187" y="423107"/>
                  <a:pt x="95127" y="438150"/>
                </a:cubicBezTo>
                <a:cubicBezTo>
                  <a:pt x="87819" y="443370"/>
                  <a:pt x="82976" y="451451"/>
                  <a:pt x="76077" y="457200"/>
                </a:cubicBezTo>
                <a:cubicBezTo>
                  <a:pt x="70214" y="462086"/>
                  <a:pt x="63377" y="465667"/>
                  <a:pt x="57027" y="469900"/>
                </a:cubicBezTo>
                <a:cubicBezTo>
                  <a:pt x="32621" y="506509"/>
                  <a:pt x="53751" y="471194"/>
                  <a:pt x="37977" y="508000"/>
                </a:cubicBezTo>
                <a:cubicBezTo>
                  <a:pt x="28309" y="530558"/>
                  <a:pt x="25332" y="533318"/>
                  <a:pt x="12577" y="552450"/>
                </a:cubicBezTo>
                <a:cubicBezTo>
                  <a:pt x="1929" y="595041"/>
                  <a:pt x="0" y="591163"/>
                  <a:pt x="12577" y="654050"/>
                </a:cubicBezTo>
                <a:cubicBezTo>
                  <a:pt x="15195" y="667141"/>
                  <a:pt x="37605" y="683508"/>
                  <a:pt x="44327" y="692150"/>
                </a:cubicBezTo>
                <a:cubicBezTo>
                  <a:pt x="53698" y="704198"/>
                  <a:pt x="58934" y="719457"/>
                  <a:pt x="69727" y="730250"/>
                </a:cubicBezTo>
                <a:cubicBezTo>
                  <a:pt x="82427" y="742950"/>
                  <a:pt x="97864" y="753406"/>
                  <a:pt x="107827" y="768350"/>
                </a:cubicBezTo>
                <a:cubicBezTo>
                  <a:pt x="112060" y="774700"/>
                  <a:pt x="117114" y="780574"/>
                  <a:pt x="120527" y="787400"/>
                </a:cubicBezTo>
                <a:cubicBezTo>
                  <a:pt x="123520" y="793387"/>
                  <a:pt x="122768" y="801166"/>
                  <a:pt x="126877" y="806450"/>
                </a:cubicBezTo>
                <a:cubicBezTo>
                  <a:pt x="137904" y="820627"/>
                  <a:pt x="164977" y="844550"/>
                  <a:pt x="164977" y="844550"/>
                </a:cubicBezTo>
                <a:cubicBezTo>
                  <a:pt x="170142" y="860044"/>
                  <a:pt x="171717" y="870340"/>
                  <a:pt x="184027" y="882650"/>
                </a:cubicBezTo>
                <a:cubicBezTo>
                  <a:pt x="189423" y="888046"/>
                  <a:pt x="197681" y="889954"/>
                  <a:pt x="203077" y="895350"/>
                </a:cubicBezTo>
                <a:cubicBezTo>
                  <a:pt x="212661" y="904934"/>
                  <a:pt x="220505" y="916139"/>
                  <a:pt x="228477" y="927100"/>
                </a:cubicBezTo>
                <a:cubicBezTo>
                  <a:pt x="237455" y="939444"/>
                  <a:pt x="243084" y="954407"/>
                  <a:pt x="253877" y="965200"/>
                </a:cubicBezTo>
                <a:cubicBezTo>
                  <a:pt x="260227" y="971550"/>
                  <a:pt x="267414" y="977161"/>
                  <a:pt x="272927" y="984250"/>
                </a:cubicBezTo>
                <a:cubicBezTo>
                  <a:pt x="312818" y="1035538"/>
                  <a:pt x="280498" y="1010464"/>
                  <a:pt x="317377" y="1035050"/>
                </a:cubicBezTo>
                <a:cubicBezTo>
                  <a:pt x="328554" y="1068580"/>
                  <a:pt x="320014" y="1048531"/>
                  <a:pt x="349127" y="1092200"/>
                </a:cubicBezTo>
                <a:cubicBezTo>
                  <a:pt x="353360" y="1098550"/>
                  <a:pt x="356431" y="1105854"/>
                  <a:pt x="361827" y="1111250"/>
                </a:cubicBezTo>
                <a:cubicBezTo>
                  <a:pt x="368177" y="1117600"/>
                  <a:pt x="375128" y="1123401"/>
                  <a:pt x="380877" y="1130300"/>
                </a:cubicBezTo>
                <a:cubicBezTo>
                  <a:pt x="385763" y="1136163"/>
                  <a:pt x="388507" y="1143646"/>
                  <a:pt x="393577" y="1149350"/>
                </a:cubicBezTo>
                <a:cubicBezTo>
                  <a:pt x="405509" y="1162774"/>
                  <a:pt x="431677" y="1187450"/>
                  <a:pt x="431677" y="1187450"/>
                </a:cubicBezTo>
                <a:cubicBezTo>
                  <a:pt x="433794" y="1193800"/>
                  <a:pt x="435034" y="1200513"/>
                  <a:pt x="438027" y="1206500"/>
                </a:cubicBezTo>
                <a:cubicBezTo>
                  <a:pt x="446868" y="1224181"/>
                  <a:pt x="455733" y="1230556"/>
                  <a:pt x="469777" y="1244600"/>
                </a:cubicBezTo>
                <a:cubicBezTo>
                  <a:pt x="490217" y="1305921"/>
                  <a:pt x="457440" y="1210583"/>
                  <a:pt x="488827" y="1289050"/>
                </a:cubicBezTo>
                <a:lnTo>
                  <a:pt x="507877" y="1346200"/>
                </a:lnTo>
                <a:cubicBezTo>
                  <a:pt x="509994" y="1352550"/>
                  <a:pt x="511234" y="1359263"/>
                  <a:pt x="514227" y="1365250"/>
                </a:cubicBezTo>
                <a:cubicBezTo>
                  <a:pt x="518460" y="1373717"/>
                  <a:pt x="522231" y="1382431"/>
                  <a:pt x="526927" y="1390650"/>
                </a:cubicBezTo>
                <a:cubicBezTo>
                  <a:pt x="530713" y="1397276"/>
                  <a:pt x="536527" y="1402726"/>
                  <a:pt x="539627" y="1409700"/>
                </a:cubicBezTo>
                <a:cubicBezTo>
                  <a:pt x="545064" y="1421933"/>
                  <a:pt x="544901" y="1436661"/>
                  <a:pt x="552327" y="1447800"/>
                </a:cubicBezTo>
                <a:cubicBezTo>
                  <a:pt x="583859" y="1495098"/>
                  <a:pt x="543333" y="1437007"/>
                  <a:pt x="584077" y="1485900"/>
                </a:cubicBezTo>
                <a:cubicBezTo>
                  <a:pt x="588963" y="1491763"/>
                  <a:pt x="591707" y="1499246"/>
                  <a:pt x="596777" y="1504950"/>
                </a:cubicBezTo>
                <a:cubicBezTo>
                  <a:pt x="635211" y="1548189"/>
                  <a:pt x="624721" y="1533655"/>
                  <a:pt x="660277" y="1562100"/>
                </a:cubicBezTo>
                <a:cubicBezTo>
                  <a:pt x="706608" y="1599165"/>
                  <a:pt x="681443" y="1588205"/>
                  <a:pt x="717427" y="1600200"/>
                </a:cubicBezTo>
                <a:cubicBezTo>
                  <a:pt x="723777" y="1606550"/>
                  <a:pt x="730728" y="1612351"/>
                  <a:pt x="736477" y="1619250"/>
                </a:cubicBezTo>
                <a:cubicBezTo>
                  <a:pt x="741363" y="1625113"/>
                  <a:pt x="743314" y="1633414"/>
                  <a:pt x="749177" y="1638300"/>
                </a:cubicBezTo>
                <a:cubicBezTo>
                  <a:pt x="756449" y="1644360"/>
                  <a:pt x="766302" y="1646403"/>
                  <a:pt x="774577" y="1651000"/>
                </a:cubicBezTo>
                <a:cubicBezTo>
                  <a:pt x="785366" y="1656994"/>
                  <a:pt x="795861" y="1663509"/>
                  <a:pt x="806327" y="1670050"/>
                </a:cubicBezTo>
                <a:cubicBezTo>
                  <a:pt x="840831" y="1691615"/>
                  <a:pt x="814095" y="1676249"/>
                  <a:pt x="857127" y="1714500"/>
                </a:cubicBezTo>
                <a:cubicBezTo>
                  <a:pt x="865037" y="1721531"/>
                  <a:pt x="873857" y="1727481"/>
                  <a:pt x="882527" y="1733550"/>
                </a:cubicBezTo>
                <a:cubicBezTo>
                  <a:pt x="895031" y="1742303"/>
                  <a:pt x="909834" y="1748157"/>
                  <a:pt x="920627" y="1758950"/>
                </a:cubicBezTo>
                <a:lnTo>
                  <a:pt x="977777" y="1816100"/>
                </a:lnTo>
                <a:cubicBezTo>
                  <a:pt x="984127" y="1822450"/>
                  <a:pt x="989355" y="1830169"/>
                  <a:pt x="996827" y="1835150"/>
                </a:cubicBezTo>
                <a:lnTo>
                  <a:pt x="1015877" y="1847850"/>
                </a:lnTo>
                <a:cubicBezTo>
                  <a:pt x="1059809" y="1913748"/>
                  <a:pt x="989525" y="1815148"/>
                  <a:pt x="1053977" y="1879600"/>
                </a:cubicBezTo>
                <a:cubicBezTo>
                  <a:pt x="1060670" y="1886293"/>
                  <a:pt x="1061175" y="1897297"/>
                  <a:pt x="1066677" y="1905000"/>
                </a:cubicBezTo>
                <a:cubicBezTo>
                  <a:pt x="1071897" y="1912308"/>
                  <a:pt x="1079978" y="1917151"/>
                  <a:pt x="1085727" y="1924050"/>
                </a:cubicBezTo>
                <a:cubicBezTo>
                  <a:pt x="1129930" y="1977094"/>
                  <a:pt x="1061822" y="1906495"/>
                  <a:pt x="1117477" y="1962150"/>
                </a:cubicBezTo>
                <a:cubicBezTo>
                  <a:pt x="1140635" y="2031625"/>
                  <a:pt x="1103701" y="1926392"/>
                  <a:pt x="1136527" y="2000250"/>
                </a:cubicBezTo>
                <a:cubicBezTo>
                  <a:pt x="1141964" y="2012483"/>
                  <a:pt x="1143240" y="2026376"/>
                  <a:pt x="1149227" y="2038350"/>
                </a:cubicBezTo>
                <a:lnTo>
                  <a:pt x="1161927" y="2063750"/>
                </a:lnTo>
                <a:cubicBezTo>
                  <a:pt x="1159810" y="2093383"/>
                  <a:pt x="1159048" y="2123145"/>
                  <a:pt x="1155577" y="2152650"/>
                </a:cubicBezTo>
                <a:cubicBezTo>
                  <a:pt x="1154795" y="2159298"/>
                  <a:pt x="1152940" y="2166131"/>
                  <a:pt x="1149227" y="2171700"/>
                </a:cubicBezTo>
                <a:cubicBezTo>
                  <a:pt x="1142205" y="2182233"/>
                  <a:pt x="1122841" y="2197593"/>
                  <a:pt x="1111127" y="2203450"/>
                </a:cubicBezTo>
                <a:cubicBezTo>
                  <a:pt x="1105140" y="2206443"/>
                  <a:pt x="1098064" y="2206807"/>
                  <a:pt x="1092077" y="2209800"/>
                </a:cubicBezTo>
                <a:cubicBezTo>
                  <a:pt x="1085251" y="2213213"/>
                  <a:pt x="1079853" y="2219087"/>
                  <a:pt x="1073027" y="2222500"/>
                </a:cubicBezTo>
                <a:cubicBezTo>
                  <a:pt x="1062877" y="2227575"/>
                  <a:pt x="1038072" y="2232487"/>
                  <a:pt x="1028577" y="2235200"/>
                </a:cubicBezTo>
                <a:cubicBezTo>
                  <a:pt x="1022141" y="2237039"/>
                  <a:pt x="1016091" y="2240237"/>
                  <a:pt x="1009527" y="2241550"/>
                </a:cubicBezTo>
                <a:cubicBezTo>
                  <a:pt x="975455" y="2248364"/>
                  <a:pt x="964565" y="2245730"/>
                  <a:pt x="933327" y="2254250"/>
                </a:cubicBezTo>
                <a:cubicBezTo>
                  <a:pt x="920412" y="2257772"/>
                  <a:pt x="907927" y="2262717"/>
                  <a:pt x="895227" y="2266950"/>
                </a:cubicBezTo>
                <a:lnTo>
                  <a:pt x="857127" y="2279650"/>
                </a:lnTo>
                <a:lnTo>
                  <a:pt x="838077" y="2286000"/>
                </a:lnTo>
                <a:cubicBezTo>
                  <a:pt x="831727" y="2288117"/>
                  <a:pt x="824596" y="2288637"/>
                  <a:pt x="819027" y="2292350"/>
                </a:cubicBezTo>
                <a:cubicBezTo>
                  <a:pt x="775358" y="2321463"/>
                  <a:pt x="795407" y="2312923"/>
                  <a:pt x="761877" y="2324100"/>
                </a:cubicBezTo>
                <a:cubicBezTo>
                  <a:pt x="733361" y="2352616"/>
                  <a:pt x="751346" y="2340310"/>
                  <a:pt x="704727" y="2355850"/>
                </a:cubicBezTo>
                <a:lnTo>
                  <a:pt x="685677" y="2362200"/>
                </a:lnTo>
                <a:lnTo>
                  <a:pt x="666627" y="2368550"/>
                </a:lnTo>
                <a:cubicBezTo>
                  <a:pt x="660277" y="2374900"/>
                  <a:pt x="655427" y="2383239"/>
                  <a:pt x="647577" y="2387600"/>
                </a:cubicBezTo>
                <a:cubicBezTo>
                  <a:pt x="635875" y="2394101"/>
                  <a:pt x="622177" y="2396067"/>
                  <a:pt x="609477" y="2400300"/>
                </a:cubicBezTo>
                <a:cubicBezTo>
                  <a:pt x="582148" y="2409410"/>
                  <a:pt x="596921" y="2405027"/>
                  <a:pt x="565027" y="2413000"/>
                </a:cubicBezTo>
                <a:cubicBezTo>
                  <a:pt x="558677" y="2417233"/>
                  <a:pt x="552803" y="2422287"/>
                  <a:pt x="545977" y="2425700"/>
                </a:cubicBezTo>
                <a:cubicBezTo>
                  <a:pt x="539990" y="2428693"/>
                  <a:pt x="532154" y="2427869"/>
                  <a:pt x="526927" y="2432050"/>
                </a:cubicBezTo>
                <a:cubicBezTo>
                  <a:pt x="520968" y="2436818"/>
                  <a:pt x="519623" y="2445704"/>
                  <a:pt x="514227" y="2451100"/>
                </a:cubicBezTo>
                <a:cubicBezTo>
                  <a:pt x="508831" y="2456496"/>
                  <a:pt x="501527" y="2459567"/>
                  <a:pt x="495177" y="2463800"/>
                </a:cubicBezTo>
                <a:cubicBezTo>
                  <a:pt x="493060" y="2472267"/>
                  <a:pt x="490539" y="2480642"/>
                  <a:pt x="488827" y="2489200"/>
                </a:cubicBezTo>
                <a:cubicBezTo>
                  <a:pt x="486302" y="2501825"/>
                  <a:pt x="485600" y="2514809"/>
                  <a:pt x="482477" y="2527300"/>
                </a:cubicBezTo>
                <a:cubicBezTo>
                  <a:pt x="479230" y="2540287"/>
                  <a:pt x="469777" y="2565400"/>
                  <a:pt x="469777" y="2565400"/>
                </a:cubicBezTo>
                <a:cubicBezTo>
                  <a:pt x="471894" y="2580217"/>
                  <a:pt x="471826" y="2595514"/>
                  <a:pt x="476127" y="2609850"/>
                </a:cubicBezTo>
                <a:cubicBezTo>
                  <a:pt x="482834" y="2632207"/>
                  <a:pt x="495947" y="2631154"/>
                  <a:pt x="514227" y="2641600"/>
                </a:cubicBezTo>
                <a:cubicBezTo>
                  <a:pt x="548694" y="2661295"/>
                  <a:pt x="517400" y="2649008"/>
                  <a:pt x="552327" y="2660650"/>
                </a:cubicBezTo>
                <a:cubicBezTo>
                  <a:pt x="586194" y="2658533"/>
                  <a:pt x="620409" y="2659592"/>
                  <a:pt x="653927" y="2654300"/>
                </a:cubicBezTo>
                <a:cubicBezTo>
                  <a:pt x="683088" y="2649696"/>
                  <a:pt x="666580" y="2638483"/>
                  <a:pt x="679327" y="2622550"/>
                </a:cubicBezTo>
                <a:cubicBezTo>
                  <a:pt x="684095" y="2616591"/>
                  <a:pt x="692514" y="2614736"/>
                  <a:pt x="698377" y="2609850"/>
                </a:cubicBezTo>
                <a:cubicBezTo>
                  <a:pt x="760794" y="2557836"/>
                  <a:pt x="680177" y="2621700"/>
                  <a:pt x="730127" y="2571750"/>
                </a:cubicBezTo>
                <a:cubicBezTo>
                  <a:pt x="737611" y="2564266"/>
                  <a:pt x="746338" y="2557951"/>
                  <a:pt x="755527" y="2552700"/>
                </a:cubicBezTo>
                <a:cubicBezTo>
                  <a:pt x="796984" y="2529011"/>
                  <a:pt x="749602" y="2569632"/>
                  <a:pt x="799977" y="2533650"/>
                </a:cubicBezTo>
                <a:cubicBezTo>
                  <a:pt x="807285" y="2528430"/>
                  <a:pt x="811177" y="2518961"/>
                  <a:pt x="819027" y="2514600"/>
                </a:cubicBezTo>
                <a:cubicBezTo>
                  <a:pt x="830729" y="2508099"/>
                  <a:pt x="844427" y="2506133"/>
                  <a:pt x="857127" y="2501900"/>
                </a:cubicBezTo>
                <a:cubicBezTo>
                  <a:pt x="888391" y="2491479"/>
                  <a:pt x="869575" y="2496650"/>
                  <a:pt x="914277" y="2489200"/>
                </a:cubicBezTo>
                <a:cubicBezTo>
                  <a:pt x="950260" y="2491317"/>
                  <a:pt x="986360" y="2491963"/>
                  <a:pt x="1022227" y="2495550"/>
                </a:cubicBezTo>
                <a:cubicBezTo>
                  <a:pt x="1042178" y="2497545"/>
                  <a:pt x="1042935" y="2505904"/>
                  <a:pt x="1060327" y="2514600"/>
                </a:cubicBezTo>
                <a:cubicBezTo>
                  <a:pt x="1066314" y="2517593"/>
                  <a:pt x="1073526" y="2517699"/>
                  <a:pt x="1079377" y="2520950"/>
                </a:cubicBezTo>
                <a:cubicBezTo>
                  <a:pt x="1092720" y="2528363"/>
                  <a:pt x="1104777" y="2537883"/>
                  <a:pt x="1117477" y="2546350"/>
                </a:cubicBezTo>
                <a:lnTo>
                  <a:pt x="1155577" y="2571750"/>
                </a:lnTo>
                <a:cubicBezTo>
                  <a:pt x="1161927" y="2575983"/>
                  <a:pt x="1169231" y="2579054"/>
                  <a:pt x="1174627" y="2584450"/>
                </a:cubicBezTo>
                <a:cubicBezTo>
                  <a:pt x="1180977" y="2590800"/>
                  <a:pt x="1186778" y="2597751"/>
                  <a:pt x="1193677" y="2603500"/>
                </a:cubicBezTo>
                <a:cubicBezTo>
                  <a:pt x="1199540" y="2608386"/>
                  <a:pt x="1207023" y="2611130"/>
                  <a:pt x="1212727" y="2616200"/>
                </a:cubicBezTo>
                <a:cubicBezTo>
                  <a:pt x="1226151" y="2628132"/>
                  <a:pt x="1238127" y="2641600"/>
                  <a:pt x="1250827" y="2654300"/>
                </a:cubicBezTo>
                <a:cubicBezTo>
                  <a:pt x="1257177" y="2660650"/>
                  <a:pt x="1264896" y="2665878"/>
                  <a:pt x="1269877" y="2673350"/>
                </a:cubicBezTo>
                <a:cubicBezTo>
                  <a:pt x="1286810" y="2698750"/>
                  <a:pt x="1276227" y="2688167"/>
                  <a:pt x="1301627" y="2705100"/>
                </a:cubicBezTo>
                <a:cubicBezTo>
                  <a:pt x="1314385" y="2743374"/>
                  <a:pt x="1297161" y="2706670"/>
                  <a:pt x="1333377" y="2736850"/>
                </a:cubicBezTo>
                <a:cubicBezTo>
                  <a:pt x="1339240" y="2741736"/>
                  <a:pt x="1340681" y="2750504"/>
                  <a:pt x="1346077" y="2755900"/>
                </a:cubicBezTo>
                <a:cubicBezTo>
                  <a:pt x="1351473" y="2761296"/>
                  <a:pt x="1359264" y="2763714"/>
                  <a:pt x="1365127" y="2768600"/>
                </a:cubicBezTo>
                <a:cubicBezTo>
                  <a:pt x="1390134" y="2789439"/>
                  <a:pt x="1380588" y="2787177"/>
                  <a:pt x="1403227" y="2813050"/>
                </a:cubicBezTo>
                <a:cubicBezTo>
                  <a:pt x="1484855" y="2906340"/>
                  <a:pt x="1368349" y="2763102"/>
                  <a:pt x="1454027" y="2870200"/>
                </a:cubicBezTo>
                <a:cubicBezTo>
                  <a:pt x="1456144" y="2878667"/>
                  <a:pt x="1456939" y="2887578"/>
                  <a:pt x="1460377" y="2895600"/>
                </a:cubicBezTo>
                <a:cubicBezTo>
                  <a:pt x="1463383" y="2902615"/>
                  <a:pt x="1469291" y="2908024"/>
                  <a:pt x="1473077" y="2914650"/>
                </a:cubicBezTo>
                <a:cubicBezTo>
                  <a:pt x="1477773" y="2922869"/>
                  <a:pt x="1481081" y="2931831"/>
                  <a:pt x="1485777" y="2940050"/>
                </a:cubicBezTo>
                <a:cubicBezTo>
                  <a:pt x="1489563" y="2946676"/>
                  <a:pt x="1495377" y="2952126"/>
                  <a:pt x="1498477" y="2959100"/>
                </a:cubicBezTo>
                <a:cubicBezTo>
                  <a:pt x="1503914" y="2971333"/>
                  <a:pt x="1506944" y="2984500"/>
                  <a:pt x="1511177" y="2997200"/>
                </a:cubicBezTo>
                <a:cubicBezTo>
                  <a:pt x="1513294" y="3003550"/>
                  <a:pt x="1513814" y="3010681"/>
                  <a:pt x="1517527" y="3016250"/>
                </a:cubicBezTo>
                <a:lnTo>
                  <a:pt x="1530227" y="3035300"/>
                </a:lnTo>
                <a:cubicBezTo>
                  <a:pt x="1550800" y="3138167"/>
                  <a:pt x="1518189" y="2998856"/>
                  <a:pt x="1555627" y="3092450"/>
                </a:cubicBezTo>
                <a:cubicBezTo>
                  <a:pt x="1560409" y="3104404"/>
                  <a:pt x="1559860" y="3117850"/>
                  <a:pt x="1561977" y="3130550"/>
                </a:cubicBezTo>
                <a:cubicBezTo>
                  <a:pt x="1568949" y="3228162"/>
                  <a:pt x="1572432" y="3222845"/>
                  <a:pt x="1561977" y="3327400"/>
                </a:cubicBezTo>
                <a:cubicBezTo>
                  <a:pt x="1559982" y="3347351"/>
                  <a:pt x="1551623" y="3348108"/>
                  <a:pt x="1542927" y="3365500"/>
                </a:cubicBezTo>
                <a:cubicBezTo>
                  <a:pt x="1539934" y="3371487"/>
                  <a:pt x="1539570" y="3378563"/>
                  <a:pt x="1536577" y="3384550"/>
                </a:cubicBezTo>
                <a:cubicBezTo>
                  <a:pt x="1533164" y="3391376"/>
                  <a:pt x="1527290" y="3396774"/>
                  <a:pt x="1523877" y="3403600"/>
                </a:cubicBezTo>
                <a:cubicBezTo>
                  <a:pt x="1512257" y="3426840"/>
                  <a:pt x="1520932" y="3431484"/>
                  <a:pt x="1511177" y="3460750"/>
                </a:cubicBezTo>
                <a:cubicBezTo>
                  <a:pt x="1508764" y="3467990"/>
                  <a:pt x="1501577" y="3472826"/>
                  <a:pt x="1498477" y="3479800"/>
                </a:cubicBezTo>
                <a:cubicBezTo>
                  <a:pt x="1493040" y="3492033"/>
                  <a:pt x="1490010" y="3505200"/>
                  <a:pt x="1485777" y="3517900"/>
                </a:cubicBezTo>
                <a:cubicBezTo>
                  <a:pt x="1483660" y="3524250"/>
                  <a:pt x="1483140" y="3531381"/>
                  <a:pt x="1479427" y="3536950"/>
                </a:cubicBezTo>
                <a:cubicBezTo>
                  <a:pt x="1470960" y="3549650"/>
                  <a:pt x="1458854" y="3560570"/>
                  <a:pt x="1454027" y="3575050"/>
                </a:cubicBezTo>
                <a:lnTo>
                  <a:pt x="1441327" y="3613150"/>
                </a:lnTo>
                <a:cubicBezTo>
                  <a:pt x="1439210" y="3619500"/>
                  <a:pt x="1438690" y="3626631"/>
                  <a:pt x="1434977" y="3632200"/>
                </a:cubicBezTo>
                <a:cubicBezTo>
                  <a:pt x="1430744" y="3638550"/>
                  <a:pt x="1425377" y="3644276"/>
                  <a:pt x="1422277" y="3651250"/>
                </a:cubicBezTo>
                <a:cubicBezTo>
                  <a:pt x="1411601" y="3675271"/>
                  <a:pt x="1409192" y="3710773"/>
                  <a:pt x="1384177" y="3727450"/>
                </a:cubicBezTo>
                <a:lnTo>
                  <a:pt x="1346077" y="3752850"/>
                </a:lnTo>
                <a:cubicBezTo>
                  <a:pt x="1339727" y="3757083"/>
                  <a:pt x="1333853" y="3762137"/>
                  <a:pt x="1327027" y="3765550"/>
                </a:cubicBezTo>
                <a:cubicBezTo>
                  <a:pt x="1318560" y="3769783"/>
                  <a:pt x="1310277" y="3774405"/>
                  <a:pt x="1301627" y="3778250"/>
                </a:cubicBezTo>
                <a:cubicBezTo>
                  <a:pt x="1291211" y="3782879"/>
                  <a:pt x="1280072" y="3785852"/>
                  <a:pt x="1269877" y="3790950"/>
                </a:cubicBezTo>
                <a:cubicBezTo>
                  <a:pt x="1220638" y="3815569"/>
                  <a:pt x="1279660" y="3794039"/>
                  <a:pt x="1231777" y="3810000"/>
                </a:cubicBezTo>
                <a:cubicBezTo>
                  <a:pt x="1185210" y="3807883"/>
                  <a:pt x="1138543" y="3807367"/>
                  <a:pt x="1092077" y="3803650"/>
                </a:cubicBezTo>
                <a:cubicBezTo>
                  <a:pt x="1085405" y="3803116"/>
                  <a:pt x="1079591" y="3798613"/>
                  <a:pt x="1073027" y="3797300"/>
                </a:cubicBezTo>
                <a:cubicBezTo>
                  <a:pt x="1058351" y="3794365"/>
                  <a:pt x="1043303" y="3793627"/>
                  <a:pt x="1028577" y="3790950"/>
                </a:cubicBezTo>
                <a:cubicBezTo>
                  <a:pt x="999688" y="3785697"/>
                  <a:pt x="1001394" y="3782797"/>
                  <a:pt x="971427" y="3771900"/>
                </a:cubicBezTo>
                <a:cubicBezTo>
                  <a:pt x="916096" y="3751780"/>
                  <a:pt x="952150" y="3765485"/>
                  <a:pt x="907927" y="3752850"/>
                </a:cubicBezTo>
                <a:cubicBezTo>
                  <a:pt x="862366" y="3739833"/>
                  <a:pt x="921678" y="3753060"/>
                  <a:pt x="857127" y="3740150"/>
                </a:cubicBezTo>
                <a:cubicBezTo>
                  <a:pt x="802532" y="3703754"/>
                  <a:pt x="871607" y="3747390"/>
                  <a:pt x="819027" y="3721100"/>
                </a:cubicBezTo>
                <a:cubicBezTo>
                  <a:pt x="812201" y="3717687"/>
                  <a:pt x="807217" y="3710813"/>
                  <a:pt x="799977" y="3708400"/>
                </a:cubicBezTo>
                <a:cubicBezTo>
                  <a:pt x="787763" y="3704329"/>
                  <a:pt x="774368" y="3705173"/>
                  <a:pt x="761877" y="3702050"/>
                </a:cubicBezTo>
                <a:cubicBezTo>
                  <a:pt x="748890" y="3698803"/>
                  <a:pt x="736477" y="3693583"/>
                  <a:pt x="723777" y="3689350"/>
                </a:cubicBezTo>
                <a:lnTo>
                  <a:pt x="704727" y="3683000"/>
                </a:lnTo>
                <a:cubicBezTo>
                  <a:pt x="696260" y="3676650"/>
                  <a:pt x="688962" y="3668329"/>
                  <a:pt x="679327" y="3663950"/>
                </a:cubicBezTo>
                <a:cubicBezTo>
                  <a:pt x="665299" y="3657573"/>
                  <a:pt x="649637" y="3655678"/>
                  <a:pt x="634877" y="3651250"/>
                </a:cubicBezTo>
                <a:cubicBezTo>
                  <a:pt x="628466" y="3649327"/>
                  <a:pt x="622361" y="3646352"/>
                  <a:pt x="615827" y="3644900"/>
                </a:cubicBezTo>
                <a:cubicBezTo>
                  <a:pt x="603258" y="3642107"/>
                  <a:pt x="590218" y="3641673"/>
                  <a:pt x="577727" y="3638550"/>
                </a:cubicBezTo>
                <a:cubicBezTo>
                  <a:pt x="564740" y="3635303"/>
                  <a:pt x="552614" y="3629097"/>
                  <a:pt x="539627" y="3625850"/>
                </a:cubicBezTo>
                <a:cubicBezTo>
                  <a:pt x="531489" y="3623815"/>
                  <a:pt x="504287" y="3617705"/>
                  <a:pt x="495177" y="3613150"/>
                </a:cubicBezTo>
                <a:cubicBezTo>
                  <a:pt x="488351" y="3609737"/>
                  <a:pt x="482953" y="3603863"/>
                  <a:pt x="476127" y="3600450"/>
                </a:cubicBezTo>
                <a:cubicBezTo>
                  <a:pt x="465932" y="3595352"/>
                  <a:pt x="454854" y="3592240"/>
                  <a:pt x="444377" y="3587750"/>
                </a:cubicBezTo>
                <a:cubicBezTo>
                  <a:pt x="440027" y="3585886"/>
                  <a:pt x="435910" y="3583517"/>
                  <a:pt x="431677" y="3581400"/>
                </a:cubicBezTo>
              </a:path>
            </a:pathLst>
          </a:cu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5643570" y="5286104"/>
            <a:ext cx="309969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*</a:t>
            </a:r>
            <a:r>
              <a:rPr lang="ko-KR" altLang="en-US" sz="1200" b="1" dirty="0"/>
              <a:t>장점</a:t>
            </a:r>
            <a:endParaRPr lang="en-US" altLang="ko-KR" sz="1200" b="1" dirty="0"/>
          </a:p>
          <a:p>
            <a:r>
              <a:rPr lang="en-US" altLang="ko-KR" sz="1200" b="1" dirty="0"/>
              <a:t>-WORA </a:t>
            </a:r>
            <a:r>
              <a:rPr lang="en-US" altLang="ko-KR" sz="1200" dirty="0"/>
              <a:t>( Write Once Run Anywhere)</a:t>
            </a:r>
          </a:p>
          <a:p>
            <a:r>
              <a:rPr lang="en-US" altLang="ko-KR" sz="1200" dirty="0"/>
              <a:t> </a:t>
            </a:r>
            <a:r>
              <a:rPr lang="ko-KR" altLang="en-US" sz="1200" dirty="0"/>
              <a:t>코드를 한번 작성하면 </a:t>
            </a:r>
            <a:r>
              <a:rPr lang="en-US" altLang="ko-KR" sz="1200" dirty="0" err="1"/>
              <a:t>bytecode</a:t>
            </a:r>
            <a:r>
              <a:rPr lang="en-US" altLang="ko-KR" sz="1200" dirty="0"/>
              <a:t> </a:t>
            </a:r>
            <a:r>
              <a:rPr lang="ko-KR" altLang="en-US" sz="1200" dirty="0" err="1"/>
              <a:t>수정없이</a:t>
            </a:r>
            <a:endParaRPr lang="en-US" altLang="ko-KR" sz="1200" dirty="0"/>
          </a:p>
          <a:p>
            <a:r>
              <a:rPr lang="en-US" altLang="ko-KR" sz="1200" dirty="0"/>
              <a:t> </a:t>
            </a:r>
            <a:r>
              <a:rPr lang="ko-KR" altLang="en-US" sz="1200" dirty="0"/>
              <a:t>어떤 </a:t>
            </a:r>
            <a:r>
              <a:rPr lang="en-US" altLang="ko-KR" sz="1200" dirty="0"/>
              <a:t>OS</a:t>
            </a:r>
            <a:r>
              <a:rPr lang="ko-KR" altLang="en-US" sz="1200" dirty="0"/>
              <a:t>에서든 실행된다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/>
              <a:t>-</a:t>
            </a:r>
            <a:r>
              <a:rPr lang="ko-KR" altLang="en-US" sz="1200" dirty="0"/>
              <a:t>완벽한 </a:t>
            </a:r>
            <a:r>
              <a:rPr lang="en-US" altLang="ko-KR" sz="1200" dirty="0"/>
              <a:t>OOP</a:t>
            </a:r>
            <a:r>
              <a:rPr lang="ko-KR" altLang="en-US" sz="1200" dirty="0"/>
              <a:t>언어</a:t>
            </a:r>
            <a:endParaRPr lang="en-US" altLang="ko-KR" sz="1200" dirty="0"/>
          </a:p>
          <a:p>
            <a:r>
              <a:rPr lang="en-US" altLang="ko-KR" sz="1200" dirty="0"/>
              <a:t>-</a:t>
            </a:r>
            <a:r>
              <a:rPr lang="ko-KR" altLang="en-US" sz="1200" dirty="0"/>
              <a:t>메모리 관리의 편의성</a:t>
            </a:r>
            <a:r>
              <a:rPr lang="en-US" altLang="ko-KR" sz="1200" dirty="0"/>
              <a:t>.</a:t>
            </a:r>
          </a:p>
          <a:p>
            <a:r>
              <a:rPr lang="en-US" altLang="ko-KR" sz="1200" b="1" dirty="0"/>
              <a:t>*</a:t>
            </a:r>
            <a:r>
              <a:rPr lang="ko-KR" altLang="en-US" sz="1200" b="1" dirty="0"/>
              <a:t>단점</a:t>
            </a:r>
            <a:endParaRPr lang="en-US" altLang="ko-KR" sz="1200" b="1" dirty="0"/>
          </a:p>
          <a:p>
            <a:r>
              <a:rPr lang="en-US" altLang="ko-KR" sz="1200" dirty="0"/>
              <a:t>  </a:t>
            </a:r>
            <a:r>
              <a:rPr lang="ko-KR" altLang="en-US" sz="1200" dirty="0"/>
              <a:t>속도가 느림</a:t>
            </a:r>
            <a:r>
              <a:rPr lang="en-US" altLang="ko-KR" sz="1200" dirty="0"/>
              <a:t>.</a:t>
            </a:r>
            <a:endParaRPr lang="en-US" altLang="ko-KR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02148"/>
            <a:ext cx="729238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*day0805</a:t>
            </a:r>
            <a:r>
              <a:rPr lang="ko-KR" altLang="en-US" dirty="0" err="1"/>
              <a:t>폴더안에</a:t>
            </a:r>
            <a:endParaRPr lang="en-US" altLang="ko-KR" dirty="0"/>
          </a:p>
          <a:p>
            <a:r>
              <a:rPr lang="en-US" altLang="ko-KR" dirty="0"/>
              <a:t> 1. Test</a:t>
            </a:r>
            <a:r>
              <a:rPr lang="ko-KR" altLang="en-US" dirty="0"/>
              <a:t>라는 이름의 클래스를 작성한다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2. Test</a:t>
            </a:r>
            <a:r>
              <a:rPr lang="ko-KR" altLang="en-US" dirty="0"/>
              <a:t> 클래스가 </a:t>
            </a:r>
            <a:r>
              <a:rPr lang="en-US" altLang="ko-KR" dirty="0"/>
              <a:t>Java Application</a:t>
            </a:r>
            <a:r>
              <a:rPr lang="ko-KR" altLang="en-US" dirty="0"/>
              <a:t>이 되도록 </a:t>
            </a:r>
            <a:r>
              <a:rPr lang="en-US" altLang="ko-KR" dirty="0"/>
              <a:t>method</a:t>
            </a:r>
            <a:r>
              <a:rPr lang="ko-KR" altLang="en-US" dirty="0"/>
              <a:t>를 추가한다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3. Console</a:t>
            </a:r>
            <a:r>
              <a:rPr lang="ko-KR" altLang="en-US" dirty="0"/>
              <a:t>에 자신의 이름과 주소를 출력하는 하는 코드를 작성한다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출력 예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이름 </a:t>
            </a:r>
            <a:r>
              <a:rPr lang="en-US" altLang="ko-KR" dirty="0"/>
              <a:t>: </a:t>
            </a:r>
            <a:r>
              <a:rPr lang="ko-KR" altLang="en-US" dirty="0"/>
              <a:t>홍길동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주소 </a:t>
            </a:r>
            <a:r>
              <a:rPr lang="en-US" altLang="ko-KR" dirty="0"/>
              <a:t>: </a:t>
            </a:r>
            <a:r>
              <a:rPr lang="ko-KR" altLang="en-US" dirty="0"/>
              <a:t>서울시 강남구 역삼동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저장</a:t>
            </a:r>
            <a:endParaRPr lang="en-US" altLang="ko-KR" dirty="0"/>
          </a:p>
          <a:p>
            <a:r>
              <a:rPr lang="en-US" altLang="ko-KR" dirty="0"/>
              <a:t>5. </a:t>
            </a:r>
            <a:r>
              <a:rPr lang="en-US" altLang="ko-KR" dirty="0" err="1"/>
              <a:t>cmd</a:t>
            </a:r>
            <a:r>
              <a:rPr lang="ko-KR" altLang="en-US" dirty="0"/>
              <a:t>창을 새로 열어서 </a:t>
            </a:r>
            <a:r>
              <a:rPr lang="en-US" altLang="ko-KR" dirty="0"/>
              <a:t>env.bat 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실행하여  </a:t>
            </a:r>
            <a:r>
              <a:rPr lang="en-US" altLang="ko-KR" dirty="0"/>
              <a:t>PATH</a:t>
            </a:r>
            <a:r>
              <a:rPr lang="ko-KR" altLang="en-US" dirty="0"/>
              <a:t>를 설정한다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6. Compiler</a:t>
            </a:r>
            <a:r>
              <a:rPr lang="ko-KR" altLang="en-US" dirty="0"/>
              <a:t>를 실행하여 </a:t>
            </a:r>
            <a:r>
              <a:rPr lang="en-US" altLang="ko-KR" dirty="0"/>
              <a:t>Compile </a:t>
            </a:r>
            <a:r>
              <a:rPr lang="ko-KR" altLang="en-US" dirty="0"/>
              <a:t>수행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7. </a:t>
            </a:r>
            <a:r>
              <a:rPr lang="en-US" altLang="ko-KR" dirty="0" err="1"/>
              <a:t>bytecode</a:t>
            </a:r>
            <a:r>
              <a:rPr lang="ko-KR" altLang="en-US" dirty="0"/>
              <a:t>를 실행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622189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자바 표준 출력 </a:t>
            </a:r>
            <a:r>
              <a:rPr lang="en-US" altLang="ko-KR" dirty="0"/>
              <a:t>( console </a:t>
            </a:r>
            <a:r>
              <a:rPr lang="ko-KR" altLang="en-US" dirty="0"/>
              <a:t>출력 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-System.out</a:t>
            </a:r>
          </a:p>
          <a:p>
            <a:endParaRPr lang="en-US" altLang="ko-KR" dirty="0"/>
          </a:p>
          <a:p>
            <a:r>
              <a:rPr lang="en-US" altLang="ko-KR" dirty="0"/>
              <a:t> -debug </a:t>
            </a:r>
            <a:r>
              <a:rPr lang="ko-KR" altLang="en-US" dirty="0"/>
              <a:t>용으로 사용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사용법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</a:t>
            </a:r>
            <a:r>
              <a:rPr lang="en-US" altLang="ko-KR" dirty="0" err="1"/>
              <a:t>System.out.print</a:t>
            </a:r>
            <a:r>
              <a:rPr lang="en-US" altLang="ko-KR" dirty="0"/>
              <a:t>( </a:t>
            </a:r>
            <a:r>
              <a:rPr lang="ko-KR" altLang="en-US" dirty="0"/>
              <a:t>값 </a:t>
            </a:r>
            <a:r>
              <a:rPr lang="en-US" altLang="ko-KR" dirty="0"/>
              <a:t>); // </a:t>
            </a:r>
            <a:r>
              <a:rPr lang="ko-KR" altLang="en-US" dirty="0"/>
              <a:t>출력 후 줄 변경을 하지 않는다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</a:t>
            </a:r>
            <a:r>
              <a:rPr lang="en-US" altLang="ko-KR" dirty="0" err="1"/>
              <a:t>System.out.println</a:t>
            </a:r>
            <a:r>
              <a:rPr lang="en-US" altLang="ko-KR" dirty="0"/>
              <a:t>( </a:t>
            </a:r>
            <a:r>
              <a:rPr lang="ko-KR" altLang="en-US" dirty="0"/>
              <a:t>값 </a:t>
            </a:r>
            <a:r>
              <a:rPr lang="en-US" altLang="ko-KR" dirty="0"/>
              <a:t>); // </a:t>
            </a:r>
            <a:r>
              <a:rPr lang="ko-KR" altLang="en-US" dirty="0"/>
              <a:t>출력 후 줄 변경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857232"/>
            <a:ext cx="4429156" cy="224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화살표 연결선 5"/>
          <p:cNvCxnSpPr/>
          <p:nvPr/>
        </p:nvCxnSpPr>
        <p:spPr>
          <a:xfrm rot="10800000">
            <a:off x="2571736" y="2071678"/>
            <a:ext cx="1714512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rot="10800000">
            <a:off x="2714612" y="2357430"/>
            <a:ext cx="1571636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86248" y="2571744"/>
            <a:ext cx="4049507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값</a:t>
            </a:r>
            <a:endParaRPr lang="en-US" altLang="ko-KR" sz="1200" dirty="0"/>
          </a:p>
          <a:p>
            <a:r>
              <a:rPr lang="en-US" altLang="ko-KR" sz="1200" b="1" dirty="0"/>
              <a:t> -</a:t>
            </a:r>
            <a:r>
              <a:rPr lang="ko-KR" altLang="en-US" sz="1200" b="1" dirty="0"/>
              <a:t>상수 </a:t>
            </a:r>
            <a:r>
              <a:rPr lang="en-US" altLang="ko-KR" sz="1200" b="1" dirty="0"/>
              <a:t>:  </a:t>
            </a:r>
            <a:r>
              <a:rPr lang="ko-KR" altLang="en-US" sz="1200" b="1" dirty="0"/>
              <a:t>변하지 않는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값</a:t>
            </a:r>
            <a:r>
              <a:rPr lang="en-US" altLang="ko-KR" sz="1200" b="1" dirty="0"/>
              <a:t>.</a:t>
            </a:r>
          </a:p>
          <a:p>
            <a:r>
              <a:rPr lang="en-US" altLang="ko-KR" sz="1200" dirty="0"/>
              <a:t>    </a:t>
            </a:r>
            <a:r>
              <a:rPr lang="ko-KR" altLang="en-US" sz="1200" dirty="0"/>
              <a:t>정수상수 </a:t>
            </a:r>
            <a:r>
              <a:rPr lang="en-US" altLang="ko-KR" sz="1200" dirty="0"/>
              <a:t>: 2025, 8</a:t>
            </a:r>
          </a:p>
          <a:p>
            <a:r>
              <a:rPr lang="en-US" altLang="ko-KR" sz="1200" dirty="0"/>
              <a:t>    </a:t>
            </a:r>
            <a:r>
              <a:rPr lang="ko-KR" altLang="en-US" sz="1200" dirty="0"/>
              <a:t>실수상수 </a:t>
            </a:r>
            <a:r>
              <a:rPr lang="en-US" altLang="ko-KR" sz="1200" dirty="0"/>
              <a:t>: 8.5, 2025.8</a:t>
            </a:r>
          </a:p>
          <a:p>
            <a:r>
              <a:rPr lang="en-US" altLang="ko-KR" sz="1200" dirty="0"/>
              <a:t>    </a:t>
            </a:r>
            <a:r>
              <a:rPr lang="ko-KR" altLang="en-US" sz="1200" dirty="0"/>
              <a:t>문자상수 </a:t>
            </a:r>
            <a:r>
              <a:rPr lang="en-US" altLang="ko-KR" sz="1200" dirty="0"/>
              <a:t>: ‘A’, ‘</a:t>
            </a:r>
            <a:r>
              <a:rPr lang="ko-KR" altLang="en-US" sz="1200" dirty="0"/>
              <a:t>가</a:t>
            </a:r>
            <a:r>
              <a:rPr lang="en-US" altLang="ko-KR" sz="1200" dirty="0"/>
              <a:t>’, ‘0’</a:t>
            </a:r>
          </a:p>
          <a:p>
            <a:r>
              <a:rPr lang="en-US" altLang="ko-KR" sz="1200" dirty="0"/>
              <a:t>    </a:t>
            </a:r>
            <a:r>
              <a:rPr lang="ko-KR" altLang="en-US" sz="1200" dirty="0"/>
              <a:t>문자열상수 </a:t>
            </a:r>
            <a:r>
              <a:rPr lang="en-US" altLang="ko-KR" sz="1200" dirty="0"/>
              <a:t>: “</a:t>
            </a:r>
            <a:r>
              <a:rPr lang="ko-KR" altLang="en-US" sz="1200" dirty="0"/>
              <a:t>안녕하세요</a:t>
            </a:r>
            <a:r>
              <a:rPr lang="en-US" altLang="ko-KR" sz="1200" dirty="0"/>
              <a:t>?”,  ”</a:t>
            </a:r>
            <a:r>
              <a:rPr lang="ko-KR" altLang="en-US" sz="1200" dirty="0"/>
              <a:t>오늘은 수요일 입니다</a:t>
            </a:r>
            <a:r>
              <a:rPr lang="en-US" altLang="ko-KR" sz="1200" dirty="0"/>
              <a:t>.”</a:t>
            </a:r>
          </a:p>
          <a:p>
            <a:r>
              <a:rPr lang="en-US" altLang="ko-KR" sz="1200" dirty="0"/>
              <a:t>    </a:t>
            </a:r>
            <a:r>
              <a:rPr lang="ko-KR" altLang="en-US" sz="1200" dirty="0" err="1"/>
              <a:t>불린상수</a:t>
            </a:r>
            <a:r>
              <a:rPr lang="ko-KR" altLang="en-US" sz="1200" dirty="0"/>
              <a:t> </a:t>
            </a:r>
            <a:r>
              <a:rPr lang="en-US" altLang="ko-KR" sz="1200" dirty="0"/>
              <a:t>: true, false</a:t>
            </a:r>
          </a:p>
          <a:p>
            <a:r>
              <a:rPr lang="en-US" altLang="ko-KR" sz="1200" b="1" dirty="0"/>
              <a:t> -</a:t>
            </a:r>
            <a:r>
              <a:rPr lang="ko-KR" altLang="en-US" sz="1200" b="1" dirty="0"/>
              <a:t>변수 </a:t>
            </a:r>
            <a:r>
              <a:rPr lang="en-US" altLang="ko-KR" sz="1200" b="1" dirty="0"/>
              <a:t>:  </a:t>
            </a:r>
            <a:r>
              <a:rPr lang="ko-KR" altLang="en-US" sz="1200" b="1" dirty="0"/>
              <a:t>변하는 값</a:t>
            </a:r>
            <a:r>
              <a:rPr lang="en-US" altLang="ko-KR" sz="1200" b="1" dirty="0"/>
              <a:t>.</a:t>
            </a:r>
          </a:p>
          <a:p>
            <a:r>
              <a:rPr lang="en-US" altLang="ko-KR" sz="1200" dirty="0"/>
              <a:t>    </a:t>
            </a:r>
            <a:r>
              <a:rPr lang="ko-KR" altLang="en-US" sz="1200" dirty="0"/>
              <a:t>기본형 데이터 형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참조형</a:t>
            </a:r>
            <a:r>
              <a:rPr lang="ko-KR" altLang="en-US" sz="1200" dirty="0"/>
              <a:t> 데이터 형으로 선언된 변수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b="1" dirty="0"/>
              <a:t> -</a:t>
            </a:r>
            <a:r>
              <a:rPr lang="ko-KR" altLang="en-US" sz="1200" b="1" dirty="0" err="1"/>
              <a:t>연산식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연산자를 사용한 연산</a:t>
            </a:r>
            <a:endParaRPr lang="en-US" altLang="ko-KR" sz="1200" b="1" dirty="0"/>
          </a:p>
          <a:p>
            <a:r>
              <a:rPr lang="en-US" altLang="ko-KR" sz="1200" dirty="0"/>
              <a:t>     </a:t>
            </a:r>
            <a:r>
              <a:rPr lang="ko-KR" altLang="en-US" sz="1200" dirty="0"/>
              <a:t>연산된 결과가 출력 </a:t>
            </a:r>
            <a:endParaRPr lang="en-US" altLang="ko-KR" sz="1200" dirty="0"/>
          </a:p>
          <a:p>
            <a:r>
              <a:rPr lang="en-US" altLang="ko-KR" sz="1200" dirty="0"/>
              <a:t>     8+5 </a:t>
            </a:r>
            <a:r>
              <a:rPr lang="ko-KR" altLang="en-US" sz="1200" dirty="0"/>
              <a:t>가 입력된 </a:t>
            </a:r>
            <a:r>
              <a:rPr lang="en-US" altLang="ko-KR" sz="1200" dirty="0"/>
              <a:t>13</a:t>
            </a:r>
            <a:r>
              <a:rPr lang="ko-KR" altLang="en-US" sz="1200" dirty="0"/>
              <a:t>이 출력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0214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</a:t>
            </a:r>
            <a:endParaRPr lang="ko-KR" alt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500043"/>
            <a:ext cx="4071966" cy="58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428604"/>
            <a:ext cx="1785950" cy="729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화살표 연결선 5"/>
          <p:cNvCxnSpPr/>
          <p:nvPr/>
        </p:nvCxnSpPr>
        <p:spPr>
          <a:xfrm>
            <a:off x="3643306" y="642918"/>
            <a:ext cx="128588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>
            <a:endCxn id="10242" idx="1"/>
          </p:cNvCxnSpPr>
          <p:nvPr/>
        </p:nvCxnSpPr>
        <p:spPr>
          <a:xfrm flipV="1">
            <a:off x="3929058" y="793522"/>
            <a:ext cx="928694" cy="2065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4960940" y="844532"/>
            <a:ext cx="285752" cy="1428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1571612"/>
            <a:ext cx="3929090" cy="632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86314" y="1571612"/>
            <a:ext cx="186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직선 화살표 연결선 13"/>
          <p:cNvCxnSpPr/>
          <p:nvPr/>
        </p:nvCxnSpPr>
        <p:spPr>
          <a:xfrm>
            <a:off x="3357554" y="1643050"/>
            <a:ext cx="1571636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V="1">
            <a:off x="3000364" y="1803400"/>
            <a:ext cx="2124086" cy="2682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4282" y="2571744"/>
            <a:ext cx="695254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문자열은 연산되지 않고</a:t>
            </a:r>
            <a:r>
              <a:rPr lang="en-US" altLang="ko-KR" dirty="0"/>
              <a:t>, </a:t>
            </a:r>
            <a:r>
              <a:rPr lang="ko-KR" altLang="en-US" dirty="0"/>
              <a:t> </a:t>
            </a:r>
            <a:r>
              <a:rPr lang="en-US" altLang="ko-KR" b="1" dirty="0"/>
              <a:t>+</a:t>
            </a:r>
            <a:r>
              <a:rPr lang="en-US" altLang="ko-KR" dirty="0"/>
              <a:t> </a:t>
            </a:r>
            <a:r>
              <a:rPr lang="ko-KR" altLang="en-US" dirty="0"/>
              <a:t>기호를 사용하면 </a:t>
            </a:r>
            <a:r>
              <a:rPr lang="en-US" altLang="ko-KR" dirty="0"/>
              <a:t>“</a:t>
            </a:r>
            <a:r>
              <a:rPr lang="ko-KR" altLang="en-US" dirty="0"/>
              <a:t>붙여라</a:t>
            </a:r>
            <a:r>
              <a:rPr lang="en-US" altLang="ko-KR" dirty="0"/>
              <a:t>” </a:t>
            </a:r>
            <a:r>
              <a:rPr lang="ko-KR" altLang="en-US" dirty="0"/>
              <a:t>라는 의미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“</a:t>
            </a:r>
            <a:r>
              <a:rPr lang="ko-KR" altLang="en-US" dirty="0"/>
              <a:t>자바</a:t>
            </a:r>
            <a:r>
              <a:rPr lang="en-US" altLang="ko-KR" dirty="0"/>
              <a:t>”*”</a:t>
            </a:r>
            <a:r>
              <a:rPr lang="ko-KR" altLang="en-US" dirty="0" err="1"/>
              <a:t>오라클</a:t>
            </a:r>
            <a:r>
              <a:rPr lang="en-US" altLang="ko-KR" dirty="0"/>
              <a:t>”   </a:t>
            </a:r>
          </a:p>
          <a:p>
            <a:r>
              <a:rPr lang="en-US" altLang="ko-KR" dirty="0"/>
              <a:t>“8” </a:t>
            </a:r>
            <a:r>
              <a:rPr lang="en-US" altLang="ko-KR" b="1" dirty="0"/>
              <a:t>* </a:t>
            </a:r>
            <a:r>
              <a:rPr lang="en-US" altLang="ko-KR" dirty="0"/>
              <a:t>”5” =&gt; error</a:t>
            </a:r>
          </a:p>
          <a:p>
            <a:endParaRPr lang="en-US" altLang="ko-KR" dirty="0"/>
          </a:p>
          <a:p>
            <a:r>
              <a:rPr lang="en-US" altLang="ko-KR" dirty="0"/>
              <a:t> “8”+”5” =&gt; “85”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주석 </a:t>
            </a:r>
            <a:r>
              <a:rPr lang="en-US" altLang="ko-KR" dirty="0"/>
              <a:t>(comment 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컴파일러가 해석하지 않는다</a:t>
            </a:r>
            <a:r>
              <a:rPr lang="en-US" altLang="ko-KR" dirty="0"/>
              <a:t>. ( </a:t>
            </a:r>
            <a:r>
              <a:rPr lang="en-US" altLang="ko-KR" dirty="0" err="1"/>
              <a:t>bytecode</a:t>
            </a:r>
            <a:r>
              <a:rPr lang="ko-KR" altLang="en-US" dirty="0"/>
              <a:t>에 생성되지 않는다</a:t>
            </a:r>
            <a:r>
              <a:rPr lang="en-US" altLang="ko-KR" dirty="0"/>
              <a:t>. 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한 줄 주석</a:t>
            </a:r>
            <a:r>
              <a:rPr lang="en-US" altLang="ko-KR" dirty="0"/>
              <a:t>, </a:t>
            </a:r>
            <a:r>
              <a:rPr lang="ko-KR" altLang="en-US" dirty="0"/>
              <a:t>여러 줄 주석</a:t>
            </a:r>
            <a:r>
              <a:rPr lang="en-US" altLang="ko-KR" dirty="0"/>
              <a:t>,  API</a:t>
            </a:r>
            <a:r>
              <a:rPr lang="ko-KR" altLang="en-US" dirty="0"/>
              <a:t>주석 </a:t>
            </a:r>
            <a:r>
              <a:rPr lang="en-US" altLang="ko-KR" dirty="0"/>
              <a:t>3</a:t>
            </a:r>
            <a:r>
              <a:rPr lang="ko-KR" altLang="en-US" dirty="0"/>
              <a:t>가지를 사용할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 *</a:t>
            </a:r>
            <a:r>
              <a:rPr lang="ko-KR" altLang="en-US" b="1" dirty="0"/>
              <a:t>한 줄 주석 </a:t>
            </a:r>
            <a:endParaRPr lang="en-US" altLang="ko-KR" b="1" dirty="0"/>
          </a:p>
          <a:p>
            <a:r>
              <a:rPr lang="en-US" altLang="ko-KR" dirty="0"/>
              <a:t>   -</a:t>
            </a:r>
            <a:r>
              <a:rPr lang="ko-KR" altLang="en-US" dirty="0"/>
              <a:t>코드 한 줄의 실행을 막을 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-</a:t>
            </a:r>
            <a:r>
              <a:rPr lang="ko-KR" altLang="en-US" dirty="0"/>
              <a:t>부연설명이 짧을 때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문법</a:t>
            </a:r>
            <a:r>
              <a:rPr lang="en-US" altLang="ko-KR" dirty="0"/>
              <a:t>)  //</a:t>
            </a:r>
            <a:r>
              <a:rPr lang="ko-KR" altLang="en-US" dirty="0"/>
              <a:t>내용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02148"/>
            <a:ext cx="328166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*</a:t>
            </a:r>
            <a:r>
              <a:rPr lang="ko-KR" altLang="en-US" sz="1600" dirty="0"/>
              <a:t>여러 줄 주석</a:t>
            </a:r>
            <a:endParaRPr lang="en-US" altLang="ko-KR" sz="1600" dirty="0"/>
          </a:p>
          <a:p>
            <a:r>
              <a:rPr lang="en-US" altLang="ko-KR" sz="1600" dirty="0"/>
              <a:t>  - </a:t>
            </a:r>
            <a:r>
              <a:rPr lang="ko-KR" altLang="en-US" sz="1600" dirty="0"/>
              <a:t>코드 </a:t>
            </a:r>
            <a:r>
              <a:rPr lang="ko-KR" altLang="en-US" sz="1600" dirty="0" err="1"/>
              <a:t>여러줄의</a:t>
            </a:r>
            <a:r>
              <a:rPr lang="ko-KR" altLang="en-US" sz="1600" dirty="0"/>
              <a:t> 실행을 막을 때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 - </a:t>
            </a:r>
            <a:r>
              <a:rPr lang="ko-KR" altLang="en-US" sz="1600" dirty="0"/>
              <a:t>부연 </a:t>
            </a:r>
            <a:r>
              <a:rPr lang="ko-KR" altLang="en-US" sz="1600"/>
              <a:t>설명이 길 때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 </a:t>
            </a:r>
          </a:p>
          <a:p>
            <a:r>
              <a:rPr lang="en-US" altLang="ko-KR" sz="1600" dirty="0"/>
              <a:t>  </a:t>
            </a:r>
            <a:r>
              <a:rPr lang="ko-KR" altLang="en-US" sz="1600" dirty="0"/>
              <a:t>문법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  /*</a:t>
            </a:r>
          </a:p>
          <a:p>
            <a:r>
              <a:rPr lang="en-US" altLang="ko-KR" sz="1600" dirty="0"/>
              <a:t>    </a:t>
            </a:r>
            <a:r>
              <a:rPr lang="ko-KR" altLang="en-US" sz="1600" dirty="0" err="1"/>
              <a:t>여러줄</a:t>
            </a:r>
            <a:r>
              <a:rPr lang="ko-KR" altLang="en-US" sz="1600" dirty="0"/>
              <a:t> 코드</a:t>
            </a:r>
            <a:r>
              <a:rPr lang="en-US" altLang="ko-KR" sz="1600" dirty="0"/>
              <a:t>, </a:t>
            </a:r>
            <a:r>
              <a:rPr lang="ko-KR" altLang="en-US" sz="1600" dirty="0"/>
              <a:t>부연설명 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  */</a:t>
            </a:r>
          </a:p>
          <a:p>
            <a:endParaRPr lang="ko-KR" alt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0214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0214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0214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1535</Words>
  <Application>Microsoft Office PowerPoint</Application>
  <PresentationFormat>화면 슬라이드 쇼(4:3)</PresentationFormat>
  <Paragraphs>311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쌍용교육센터</cp:lastModifiedBy>
  <cp:revision>59</cp:revision>
  <dcterms:created xsi:type="dcterms:W3CDTF">2025-08-04T23:24:33Z</dcterms:created>
  <dcterms:modified xsi:type="dcterms:W3CDTF">2025-08-05T08:31:29Z</dcterms:modified>
</cp:coreProperties>
</file>